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"/>
  </p:notesMasterIdLst>
  <p:handoutMasterIdLst>
    <p:handoutMasterId r:id="rId8"/>
  </p:handoutMasterIdLst>
  <p:sldIdLst>
    <p:sldId id="434" r:id="rId6"/>
  </p:sldIdLst>
  <p:sldSz cx="9144000" cy="6858000" type="screen4x3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3434"/>
    <a:srgbClr val="E73434"/>
    <a:srgbClr val="FA343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24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46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0" d="100"/>
          <a:sy n="90" d="100"/>
        </p:scale>
        <p:origin x="41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d M." userId="b207a5a5e0933fd7" providerId="LiveId" clId="{ECC220B3-8A10-4740-AF4D-5077F23EA3BE}"/>
    <pc:docChg chg="delSld">
      <pc:chgData name="Hamid M." userId="b207a5a5e0933fd7" providerId="LiveId" clId="{ECC220B3-8A10-4740-AF4D-5077F23EA3BE}" dt="2026-02-18T22:44:37.045" v="3" actId="47"/>
      <pc:docMkLst>
        <pc:docMk/>
      </pc:docMkLst>
      <pc:sldChg chg="del">
        <pc:chgData name="Hamid M." userId="b207a5a5e0933fd7" providerId="LiveId" clId="{ECC220B3-8A10-4740-AF4D-5077F23EA3BE}" dt="2026-02-18T22:44:21.984" v="0" actId="47"/>
        <pc:sldMkLst>
          <pc:docMk/>
          <pc:sldMk cId="1517926088" sldId="562"/>
        </pc:sldMkLst>
      </pc:sldChg>
      <pc:sldChg chg="del">
        <pc:chgData name="Hamid M." userId="b207a5a5e0933fd7" providerId="LiveId" clId="{ECC220B3-8A10-4740-AF4D-5077F23EA3BE}" dt="2026-02-18T22:44:29.770" v="1" actId="47"/>
        <pc:sldMkLst>
          <pc:docMk/>
          <pc:sldMk cId="948214006" sldId="563"/>
        </pc:sldMkLst>
      </pc:sldChg>
      <pc:sldChg chg="del">
        <pc:chgData name="Hamid M." userId="b207a5a5e0933fd7" providerId="LiveId" clId="{ECC220B3-8A10-4740-AF4D-5077F23EA3BE}" dt="2026-02-18T22:44:37.045" v="3" actId="47"/>
        <pc:sldMkLst>
          <pc:docMk/>
          <pc:sldMk cId="469227615" sldId="592"/>
        </pc:sldMkLst>
      </pc:sldChg>
      <pc:sldChg chg="del">
        <pc:chgData name="Hamid M." userId="b207a5a5e0933fd7" providerId="LiveId" clId="{ECC220B3-8A10-4740-AF4D-5077F23EA3BE}" dt="2026-02-18T22:44:33.849" v="2" actId="47"/>
        <pc:sldMkLst>
          <pc:docMk/>
          <pc:sldMk cId="3141295874" sldId="6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A46F1-A91B-4464-BB68-EAF86F9E9A67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561D0-8A1C-4D91-A04C-7858106555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9986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3B97C-D1AA-44E7-8716-F8FE24133022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DC3E7-6719-46DF-95DD-DE7CCF74269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41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Frage: Warum wählen Sie bestimmte Medien</a:t>
            </a:r>
            <a:r>
              <a:rPr lang="de-DE" baseline="0" dirty="0"/>
              <a:t> aus?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B8FF12-3C43-FB4A-9926-4142FA2E9851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910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2"/>
          <p:cNvSpPr>
            <a:spLocks noGrp="1"/>
          </p:cNvSpPr>
          <p:nvPr>
            <p:ph type="pic" idx="21"/>
          </p:nvPr>
        </p:nvSpPr>
        <p:spPr>
          <a:xfrm>
            <a:off x="288000" y="3299869"/>
            <a:ext cx="4140847" cy="2760119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288000" y="2770815"/>
            <a:ext cx="8619656" cy="360000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88000" y="1706739"/>
            <a:ext cx="8619656" cy="879417"/>
          </a:xfrm>
          <a:prstGeom prst="rect">
            <a:avLst/>
          </a:prstGeom>
          <a:noFill/>
        </p:spPr>
        <p:txBody>
          <a:bodyPr wrap="square" lIns="72000" tIns="216000" rIns="144000" bIns="216000" anchor="t" anchorCtr="0">
            <a:spAutoFit/>
          </a:bodyPr>
          <a:lstStyle>
            <a:lvl1pPr algn="l">
              <a:tabLst>
                <a:tab pos="1254125" algn="l"/>
              </a:tabLst>
              <a:defRPr lang="de-DE" sz="3200" b="1" kern="1200" cap="all" baseline="0" smtClean="0">
                <a:solidFill>
                  <a:schemeClr val="tx2"/>
                </a:solidFill>
                <a:effectLst/>
                <a:latin typeface="+mn-lt"/>
                <a:ea typeface="+mj-ea"/>
                <a:cs typeface="+mj-cs"/>
              </a:defRPr>
            </a:lvl1pPr>
          </a:lstStyle>
          <a:p>
            <a:r>
              <a:rPr lang="de-DE" dirty="0"/>
              <a:t>Titel hier</a:t>
            </a:r>
            <a:endParaRPr lang="en-US" dirty="0"/>
          </a:p>
        </p:txBody>
      </p:sp>
      <p:sp>
        <p:nvSpPr>
          <p:cNvPr id="9" name="Bildplatzhalter 2"/>
          <p:cNvSpPr>
            <a:spLocks noGrp="1"/>
          </p:cNvSpPr>
          <p:nvPr>
            <p:ph type="pic" idx="22"/>
          </p:nvPr>
        </p:nvSpPr>
        <p:spPr>
          <a:xfrm>
            <a:off x="4714652" y="3299869"/>
            <a:ext cx="4140847" cy="2760119"/>
          </a:xfrm>
          <a:prstGeom prst="rect">
            <a:avLst/>
          </a:prstGeom>
          <a:noFill/>
        </p:spPr>
        <p:txBody>
          <a:bodyPr/>
          <a:lstStyle/>
          <a:p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06F50C-22EB-0C40-9C62-884434DA38AB}"/>
              </a:ext>
            </a:extLst>
          </p:cNvPr>
          <p:cNvSpPr/>
          <p:nvPr userDrawn="1"/>
        </p:nvSpPr>
        <p:spPr>
          <a:xfrm>
            <a:off x="6114553" y="6551875"/>
            <a:ext cx="2926080" cy="230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01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der Graf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7999" y="1246908"/>
            <a:ext cx="8582170" cy="509154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287999" y="392741"/>
            <a:ext cx="6840002" cy="468000"/>
          </a:xfrm>
        </p:spPr>
        <p:txBody>
          <a:bodyPr lIns="72000" t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304386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15">
            <a:extLst>
              <a:ext uri="{FF2B5EF4-FFF2-40B4-BE49-F238E27FC236}">
                <a16:creationId xmlns:a16="http://schemas.microsoft.com/office/drawing/2014/main" id="{01488B7E-C4F5-7F4E-9BAD-C49DAE131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8000" y="6594166"/>
            <a:ext cx="2089490" cy="12365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17950D60-1725-467F-8419-6667873192D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A854519-CA47-1D44-BBE0-90B490116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77490" y="6593480"/>
            <a:ext cx="6502459" cy="140685"/>
          </a:xfrm>
        </p:spPr>
        <p:txBody>
          <a:bodyPr anchor="ctr"/>
          <a:lstStyle>
            <a:lvl1pPr marL="0" indent="0" algn="r">
              <a:buNone/>
              <a:defRPr sz="1100">
                <a:latin typeface="+mn-lt"/>
              </a:defRPr>
            </a:lvl1pPr>
            <a:lvl2pPr marL="457200" indent="0">
              <a:buNone/>
              <a:defRPr sz="1100">
                <a:latin typeface="+mn-lt"/>
              </a:defRPr>
            </a:lvl2pPr>
            <a:lvl3pPr marL="914400" indent="0">
              <a:buNone/>
              <a:defRPr sz="1100">
                <a:latin typeface="+mn-lt"/>
              </a:defRPr>
            </a:lvl3pPr>
            <a:lvl4pPr marL="1371600" indent="0">
              <a:buNone/>
              <a:defRPr sz="1100">
                <a:latin typeface="+mn-lt"/>
              </a:defRPr>
            </a:lvl4pPr>
            <a:lvl5pPr marL="1828800" indent="0">
              <a:buNone/>
              <a:defRPr sz="1100">
                <a:latin typeface="+mn-lt"/>
              </a:defRPr>
            </a:lvl5pPr>
          </a:lstStyle>
          <a:p>
            <a:pPr lvl="0"/>
            <a:r>
              <a:rPr lang="de-DE" dirty="0"/>
              <a:t>Einführung &amp; Organisatorisches      </a:t>
            </a:r>
            <a:fld id="{78BCA4B9-3130-394C-94F8-ADF11ED38B6F}" type="slidenum">
              <a:rPr lang="de-DE" smtClean="0"/>
              <a:t>‹Nr.›</a:t>
            </a:fld>
            <a:r>
              <a:rPr lang="de-DE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293990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spect="1" noChangeArrowheads="1"/>
          </p:cNvSpPr>
          <p:nvPr userDrawn="1"/>
        </p:nvSpPr>
        <p:spPr bwMode="auto">
          <a:xfrm>
            <a:off x="468313" y="476250"/>
            <a:ext cx="71437" cy="431800"/>
          </a:xfrm>
          <a:prstGeom prst="rect">
            <a:avLst/>
          </a:prstGeom>
          <a:solidFill>
            <a:srgbClr val="F7342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de-DE" sz="1800">
              <a:latin typeface="Arial" pitchFamily="-106" charset="0"/>
              <a:ea typeface="Arial" pitchFamily="-106" charset="0"/>
              <a:cs typeface="Arial" pitchFamily="-106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5610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1460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C6B0945-32CF-89F5-FF1D-D140A8FE9B70}"/>
              </a:ext>
            </a:extLst>
          </p:cNvPr>
          <p:cNvSpPr/>
          <p:nvPr userDrawn="1"/>
        </p:nvSpPr>
        <p:spPr>
          <a:xfrm>
            <a:off x="0" y="6490010"/>
            <a:ext cx="9144000" cy="3679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   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00" y="1260000"/>
            <a:ext cx="8591949" cy="460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000" y="144000"/>
            <a:ext cx="1856236" cy="920498"/>
          </a:xfrm>
          <a:prstGeom prst="rect">
            <a:avLst/>
          </a:prstGeom>
        </p:spPr>
      </p:pic>
      <p:sp>
        <p:nvSpPr>
          <p:cNvPr id="9" name="Textplatzhalter 4">
            <a:extLst>
              <a:ext uri="{FF2B5EF4-FFF2-40B4-BE49-F238E27FC236}">
                <a16:creationId xmlns:a16="http://schemas.microsoft.com/office/drawing/2014/main" id="{0DD3CDB2-1591-514E-9407-9CB31742805A}"/>
              </a:ext>
            </a:extLst>
          </p:cNvPr>
          <p:cNvSpPr txBox="1">
            <a:spLocks/>
          </p:cNvSpPr>
          <p:nvPr userDrawn="1"/>
        </p:nvSpPr>
        <p:spPr>
          <a:xfrm>
            <a:off x="2377490" y="6593480"/>
            <a:ext cx="6502459" cy="140685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</a:rPr>
              <a:t>Negative Folgen sozialer Medien      </a:t>
            </a:r>
            <a:fld id="{78BCA4B9-3130-394C-94F8-ADF11ED38B6F}" type="slidenum">
              <a:rPr lang="de-DE" smtClean="0">
                <a:solidFill>
                  <a:schemeClr val="bg1"/>
                </a:solidFill>
              </a:rPr>
              <a:pPr/>
              <a:t>‹Nr.›</a:t>
            </a:fld>
            <a:r>
              <a:rPr lang="de-DE" dirty="0">
                <a:solidFill>
                  <a:schemeClr val="bg1"/>
                </a:solidFill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46410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79" r:id="rId3"/>
    <p:sldLayoutId id="2147483680" r:id="rId4"/>
    <p:sldLayoutId id="2147483681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1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40540"/>
      </p:ext>
    </p:extLst>
  </p:cSld>
  <p:clrMapOvr>
    <a:masterClrMapping/>
  </p:clrMapOvr>
</p:sld>
</file>

<file path=ppt/theme/theme1.xml><?xml version="1.0" encoding="utf-8"?>
<a:theme xmlns:a="http://schemas.openxmlformats.org/drawingml/2006/main" name="Th Lübeck Design 4:3">
  <a:themeElements>
    <a:clrScheme name="TH Farben neu">
      <a:dk1>
        <a:srgbClr val="000000"/>
      </a:dk1>
      <a:lt1>
        <a:srgbClr val="FFFFFF"/>
      </a:lt1>
      <a:dk2>
        <a:srgbClr val="E4003A"/>
      </a:dk2>
      <a:lt2>
        <a:srgbClr val="CFBA9D"/>
      </a:lt2>
      <a:accent1>
        <a:srgbClr val="4B5459"/>
      </a:accent1>
      <a:accent2>
        <a:srgbClr val="FBBC33"/>
      </a:accent2>
      <a:accent3>
        <a:srgbClr val="82BEAA"/>
      </a:accent3>
      <a:accent4>
        <a:srgbClr val="75122A"/>
      </a:accent4>
      <a:accent5>
        <a:srgbClr val="6886A7"/>
      </a:accent5>
      <a:accent6>
        <a:srgbClr val="DEDC00"/>
      </a:accent6>
      <a:hlink>
        <a:srgbClr val="E4003A"/>
      </a:hlink>
      <a:folHlink>
        <a:srgbClr val="004261"/>
      </a:folHlink>
    </a:clrScheme>
    <a:fontScheme name="TH Fließtex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45720" rIns="91440" bIns="45720" rtlCol="0" anchor="ctr"/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_x00fc_ltig_x0020_f_x00fc_r xmlns="845ba726-4aaa-4e93-bec4-fb020baba1ef">
      <Value>alle Beschäftigten</Value>
    </g_x00fc_ltig_x0020_f_x00fc_r>
    <Vertraulichkeitsstufe xmlns="845ba726-4aaa-4e93-bec4-fb020baba1ef">intern</Vertraulichkeitsstufe>
    <_dlc_DocId xmlns="6e9c68af-8bb9-4c8e-acaa-c005a2bd5618">DOCID-20-330</_dlc_DocId>
    <Formular_x0020__x002f__x0020_Vordrucke xmlns="845ba726-4aaa-4e93-bec4-fb020baba1ef">Corporate Design / Werbung</Formular_x0020__x002f__x0020_Vordrucke>
    <_dlc_DocIdUrl xmlns="6e9c68af-8bb9-4c8e-acaa-c005a2bd5618">
      <Url>https://intranet.fh-luebeck.de/dokumente/_layouts/15/DocIdRedir.aspx?ID=DOCID-20-330</Url>
      <Description>DOCID-20-330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19041EF918B444F9772472982E64F5F" ma:contentTypeVersion="12" ma:contentTypeDescription="Ein neues Dokument erstellen." ma:contentTypeScope="" ma:versionID="5431df10b160cca2d8c382dfa97d473c">
  <xsd:schema xmlns:xsd="http://www.w3.org/2001/XMLSchema" xmlns:xs="http://www.w3.org/2001/XMLSchema" xmlns:p="http://schemas.microsoft.com/office/2006/metadata/properties" xmlns:ns2="845ba726-4aaa-4e93-bec4-fb020baba1ef" xmlns:ns3="6e9c68af-8bb9-4c8e-acaa-c005a2bd5618" targetNamespace="http://schemas.microsoft.com/office/2006/metadata/properties" ma:root="true" ma:fieldsID="17d83703f2846298eec18ae54efef47c" ns2:_="" ns3:_="">
    <xsd:import namespace="845ba726-4aaa-4e93-bec4-fb020baba1ef"/>
    <xsd:import namespace="6e9c68af-8bb9-4c8e-acaa-c005a2bd5618"/>
    <xsd:element name="properties">
      <xsd:complexType>
        <xsd:sequence>
          <xsd:element name="documentManagement">
            <xsd:complexType>
              <xsd:all>
                <xsd:element ref="ns2:Formular_x0020__x002f__x0020_Vordrucke"/>
                <xsd:element ref="ns2:Vertraulichkeitsstufe"/>
                <xsd:element ref="ns3:_dlc_DocId" minOccurs="0"/>
                <xsd:element ref="ns3:_dlc_DocIdUrl" minOccurs="0"/>
                <xsd:element ref="ns3:_dlc_DocIdPersistId" minOccurs="0"/>
                <xsd:element ref="ns2:g_x00fc_ltig_x0020_f_x00fc_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5ba726-4aaa-4e93-bec4-fb020baba1ef" elementFormDefault="qualified">
    <xsd:import namespace="http://schemas.microsoft.com/office/2006/documentManagement/types"/>
    <xsd:import namespace="http://schemas.microsoft.com/office/infopath/2007/PartnerControls"/>
    <xsd:element name="Formular_x0020__x002f__x0020_Vordrucke" ma:index="8" ma:displayName="Formular / Vordrucke" ma:format="Dropdown" ma:internalName="Formular_x0020__x002f__x0020_Vordrucke">
      <xsd:simpleType>
        <xsd:restriction base="dms:Choice">
          <xsd:enumeration value="----"/>
          <xsd:enumeration value="Arbeitssicherheit/Brandschutz/Gefahrstoffe"/>
          <xsd:enumeration value="Corporate Design / Werbung"/>
          <xsd:enumeration value="Finanzen"/>
          <xsd:enumeration value="IT"/>
          <xsd:enumeration value="Organisation allgemein"/>
          <xsd:enumeration value="Personal"/>
          <xsd:enumeration value="Studium/Lehre"/>
        </xsd:restriction>
      </xsd:simpleType>
    </xsd:element>
    <xsd:element name="Vertraulichkeitsstufe" ma:index="9" ma:displayName="Vertraulichkeitsstufe" ma:default="intern" ma:format="Dropdown" ma:internalName="Vertraulichkeitsstufe" ma:readOnly="false">
      <xsd:simpleType>
        <xsd:restriction base="dms:Choice">
          <xsd:enumeration value="intern"/>
          <xsd:enumeration value="öffentlich"/>
        </xsd:restriction>
      </xsd:simpleType>
    </xsd:element>
    <xsd:element name="g_x00fc_ltig_x0020_f_x00fc_r" ma:index="13" nillable="true" ma:displayName="gültig für" ma:default="alle Beschäftigten" ma:internalName="g_x00fc_ltig_x0020_f_x00fc_r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wissenschaftl./nichtwissenschftl. Personal"/>
                    <xsd:enumeration value="ProfessorInnen/BeamtInnen"/>
                    <xsd:enumeration value="Lehrbeauftragte"/>
                    <xsd:enumeration value="alle Beschäftigten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c68af-8bb9-4c8e-acaa-c005a2bd5618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1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9F3F91-05D9-40EC-8D61-C01E4D263D30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D3D3A19-ED09-4DD7-9426-07D1E88765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12E12E-506B-4B86-912F-79AF41128B53}">
  <ds:schemaRefs>
    <ds:schemaRef ds:uri="http://schemas.microsoft.com/office/2006/metadata/properties"/>
    <ds:schemaRef ds:uri="http://schemas.microsoft.com/office/infopath/2007/PartnerControls"/>
    <ds:schemaRef ds:uri="845ba726-4aaa-4e93-bec4-fb020baba1ef"/>
    <ds:schemaRef ds:uri="6e9c68af-8bb9-4c8e-acaa-c005a2bd5618"/>
  </ds:schemaRefs>
</ds:datastoreItem>
</file>

<file path=customXml/itemProps4.xml><?xml version="1.0" encoding="utf-8"?>
<ds:datastoreItem xmlns:ds="http://schemas.openxmlformats.org/officeDocument/2006/customXml" ds:itemID="{E12D1320-C39D-4CBC-A270-C99B6FCC53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5ba726-4aaa-4e93-bec4-fb020baba1ef"/>
    <ds:schemaRef ds:uri="6e9c68af-8bb9-4c8e-acaa-c005a2bd56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</Words>
  <Application>Microsoft Office PowerPoint</Application>
  <PresentationFormat>Bildschirmpräsentation (4:3)</PresentationFormat>
  <Paragraphs>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Th Lübeck Design 4:3</vt:lpstr>
      <vt:lpstr>PowerPoint-Präsentation</vt:lpstr>
    </vt:vector>
  </TitlesOfParts>
  <Company>Fachhochschule Lübeck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Wulf, Linda Lu</dc:creator>
  <cp:lastModifiedBy>Hamid M.</cp:lastModifiedBy>
  <cp:revision>216</cp:revision>
  <cp:lastPrinted>2019-05-14T08:49:16Z</cp:lastPrinted>
  <dcterms:created xsi:type="dcterms:W3CDTF">2015-07-28T12:12:22Z</dcterms:created>
  <dcterms:modified xsi:type="dcterms:W3CDTF">2026-03-29T03:03:09Z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545e6b5a-6d1e-4454-95ae-f545456c588d</vt:lpwstr>
  </property>
  <property fmtid="{D5CDD505-2E9C-101B-9397-08002B2CF9AE}" pid="3" name="ContentTypeId">
    <vt:lpwstr>0x010100E19041EF918B444F9772472982E64F5F</vt:lpwstr>
  </property>
</Properties>
</file>