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0"/>
  </p:notesMasterIdLst>
  <p:handoutMasterIdLst>
    <p:handoutMasterId r:id="rId11"/>
  </p:handoutMasterIdLst>
  <p:sldIdLst>
    <p:sldId id="256" r:id="rId6"/>
    <p:sldId id="844" r:id="rId7"/>
    <p:sldId id="845" r:id="rId8"/>
    <p:sldId id="875" r:id="rId9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13A"/>
    <a:srgbClr val="E30039"/>
    <a:srgbClr val="E4003A"/>
    <a:srgbClr val="FCCE7E"/>
    <a:srgbClr val="F7A617"/>
    <a:srgbClr val="7EC196"/>
    <a:srgbClr val="367458"/>
    <a:srgbClr val="15365D"/>
    <a:srgbClr val="00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22" autoAdjust="0"/>
    <p:restoredTop sz="96629"/>
  </p:normalViewPr>
  <p:slideViewPr>
    <p:cSldViewPr snapToGrid="0">
      <p:cViewPr varScale="1">
        <p:scale>
          <a:sx n="74" d="100"/>
          <a:sy n="74" d="100"/>
        </p:scale>
        <p:origin x="82" y="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0" d="100"/>
          <a:sy n="90" d="100"/>
        </p:scale>
        <p:origin x="41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46F1-A91B-4464-BB68-EAF86F9E9A67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561D0-8A1C-4D91-A04C-785810655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9986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3B97C-D1AA-44E7-8716-F8FE24133022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DC3E7-6719-46DF-95DD-DE7CCF7426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41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#deckblatt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6DC3E7-6719-46DF-95DD-DE7CCF74269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8224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#content #headerfooter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6DC3E7-6719-46DF-95DD-DE7CCF74269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679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#kapitel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6DC3E7-6719-46DF-95DD-DE7CCF74269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43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#abschluss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6DC3E7-6719-46DF-95DD-DE7CCF74269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94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0" y="1196980"/>
            <a:ext cx="12192000" cy="3612409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0" y="4809388"/>
            <a:ext cx="12192000" cy="1358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>
                <a:solidFill>
                  <a:schemeClr val="accent1"/>
                </a:solidFill>
              </a:rPr>
              <a:t>     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384001" y="4148808"/>
            <a:ext cx="11492875" cy="1045616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tabLst>
                <a:tab pos="1254125" algn="l"/>
              </a:tabLst>
              <a:defRPr lang="de-DE" sz="4400" b="1" kern="1200" cap="all" baseline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84001" y="308727"/>
            <a:ext cx="9318017" cy="360000"/>
          </a:xfrm>
        </p:spPr>
        <p:txBody>
          <a:bodyPr anchor="t"/>
          <a:lstStyle>
            <a:lvl1pPr marL="0" indent="0">
              <a:buNone/>
              <a:defRPr lang="en-US" sz="11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384001" y="5552513"/>
            <a:ext cx="11492875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" name="Foliennummernplatzhalter 15">
            <a:extLst>
              <a:ext uri="{FF2B5EF4-FFF2-40B4-BE49-F238E27FC236}">
                <a16:creationId xmlns:a16="http://schemas.microsoft.com/office/drawing/2014/main" id="{731CB819-E5A3-C98E-06AF-9973ED5A2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7217575B-8E6D-D07E-F1B9-D5932C972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16D639B-A796-B3CF-9BC0-B4755D5869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1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0" y="1196976"/>
            <a:ext cx="12192000" cy="2576818"/>
          </a:xfrm>
          <a:prstGeom prst="rect">
            <a:avLst/>
          </a:prstGeom>
          <a:noFill/>
        </p:spPr>
      </p:sp>
      <p:sp>
        <p:nvSpPr>
          <p:cNvPr id="10" name="Rechteck 9"/>
          <p:cNvSpPr/>
          <p:nvPr userDrawn="1"/>
        </p:nvSpPr>
        <p:spPr>
          <a:xfrm>
            <a:off x="0" y="3773794"/>
            <a:ext cx="12192000" cy="23936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384001" y="3113328"/>
            <a:ext cx="11492875" cy="1045616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tabLst>
                <a:tab pos="1254125" algn="l"/>
              </a:tabLst>
              <a:defRPr lang="de-DE" sz="4400" b="1" kern="1200" cap="all" baseline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84001" y="308727"/>
            <a:ext cx="11492875" cy="360000"/>
          </a:xfrm>
        </p:spPr>
        <p:txBody>
          <a:bodyPr anchor="t"/>
          <a:lstStyle>
            <a:lvl1pPr marL="0" indent="0">
              <a:buNone/>
              <a:defRPr lang="en-US" sz="11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384001" y="4551314"/>
            <a:ext cx="11492875" cy="396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Foliennummernplatzhalter 15">
            <a:extLst>
              <a:ext uri="{FF2B5EF4-FFF2-40B4-BE49-F238E27FC236}">
                <a16:creationId xmlns:a16="http://schemas.microsoft.com/office/drawing/2014/main" id="{1821D67E-BF03-7E83-179A-4344B76C0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DB34E242-D570-D233-F471-AED711EEC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5787684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F428E3-AA10-2D25-B45F-D6CEE21E5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3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20" name="Rechteck 19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3999" y="1196975"/>
            <a:ext cx="1142333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lang="de-DE" sz="3200" b="1" kern="1200" cap="all" baseline="0" dirty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Zwischentitel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384004" y="2744191"/>
            <a:ext cx="5643025" cy="3242496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384000" y="2195950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332" y="2195950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idx="24"/>
          </p:nvPr>
        </p:nvSpPr>
        <p:spPr>
          <a:xfrm>
            <a:off x="6164309" y="2744191"/>
            <a:ext cx="5643025" cy="3242496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15">
            <a:extLst>
              <a:ext uri="{FF2B5EF4-FFF2-40B4-BE49-F238E27FC236}">
                <a16:creationId xmlns:a16="http://schemas.microsoft.com/office/drawing/2014/main" id="{218A6A01-B080-1654-ACFD-DC9D25487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4887B222-82DD-EB75-B5DE-6BA727E3A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3423625-27B9-AFB1-2085-C4704833B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5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2" name="Rechteck 11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3999" y="1196975"/>
            <a:ext cx="1142333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lang="de-DE" sz="3200" b="1" kern="1200" cap="all" baseline="0" dirty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Zwischentitel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384001" y="2195950"/>
            <a:ext cx="11423331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25"/>
          </p:nvPr>
        </p:nvSpPr>
        <p:spPr>
          <a:xfrm>
            <a:off x="384000" y="2744509"/>
            <a:ext cx="11423333" cy="3242177"/>
          </a:xfrm>
          <a:prstGeom prst="rect">
            <a:avLst/>
          </a:prstGeom>
          <a:noFill/>
        </p:spPr>
      </p:sp>
      <p:sp>
        <p:nvSpPr>
          <p:cNvPr id="5" name="Foliennummernplatzhalter 15">
            <a:extLst>
              <a:ext uri="{FF2B5EF4-FFF2-40B4-BE49-F238E27FC236}">
                <a16:creationId xmlns:a16="http://schemas.microsoft.com/office/drawing/2014/main" id="{5A13BC0A-95BF-3382-DDBB-4ABAF0ED0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1444D6ED-76DC-AD3B-35C9-D9D435DFF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AE6AED-2CBE-A8CF-1ED1-1C2FFBD916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6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der Grafi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00" y="1706401"/>
            <a:ext cx="11442893" cy="4214466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3999" y="1206788"/>
            <a:ext cx="1144289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3" name="Foliennummernplatzhalter 15">
            <a:extLst>
              <a:ext uri="{FF2B5EF4-FFF2-40B4-BE49-F238E27FC236}">
                <a16:creationId xmlns:a16="http://schemas.microsoft.com/office/drawing/2014/main" id="{C4B36772-561A-747B-FB42-08BA62AE5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5EA5946B-7A3B-B0EA-8E0E-7B74A63557E9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8B4336F-E066-A8F5-5B4B-25F136173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383999" y="1706400"/>
            <a:ext cx="8216585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84000" y="1206273"/>
            <a:ext cx="1142057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21"/>
          </p:nvPr>
        </p:nvSpPr>
        <p:spPr>
          <a:xfrm>
            <a:off x="8736439" y="1706400"/>
            <a:ext cx="3070894" cy="2033670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13"/>
          </p:nvPr>
        </p:nvSpPr>
        <p:spPr>
          <a:xfrm>
            <a:off x="8736439" y="3909668"/>
            <a:ext cx="3068138" cy="2033670"/>
          </a:xfrm>
          <a:prstGeom prst="rect">
            <a:avLst/>
          </a:prstGeom>
          <a:noFill/>
        </p:spPr>
      </p:sp>
      <p:sp>
        <p:nvSpPr>
          <p:cNvPr id="12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3" name="Foliennummernplatzhalter 15">
            <a:extLst>
              <a:ext uri="{FF2B5EF4-FFF2-40B4-BE49-F238E27FC236}">
                <a16:creationId xmlns:a16="http://schemas.microsoft.com/office/drawing/2014/main" id="{E55B7BA5-C945-C736-7605-ECDD21014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1482D03C-4470-28B1-2EB1-5144F9746467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D8E532-AB71-453E-D1A3-4B369127B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0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7332" y="2190356"/>
            <a:ext cx="5640000" cy="396664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00" y="2190356"/>
            <a:ext cx="5640000" cy="396664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000" y="1719502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332" y="1719502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1" y="1209004"/>
            <a:ext cx="912000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7" name="Foliennummernplatzhalter 15">
            <a:extLst>
              <a:ext uri="{FF2B5EF4-FFF2-40B4-BE49-F238E27FC236}">
                <a16:creationId xmlns:a16="http://schemas.microsoft.com/office/drawing/2014/main" id="{F992F8B6-1472-4C16-3E17-A10CEEB7C27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AB6339E4-49E7-99E1-AE8C-F636324F38F4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8A45AE7-592E-5483-A9B5-B2DFA13EC9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5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Zwischentitel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6167403"/>
            <a:ext cx="12192000" cy="6905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5" name="Rechteck 14"/>
          <p:cNvSpPr/>
          <p:nvPr userDrawn="1"/>
        </p:nvSpPr>
        <p:spPr>
          <a:xfrm>
            <a:off x="384000" y="6167404"/>
            <a:ext cx="11808000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2" y="1196975"/>
            <a:ext cx="1142333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lang="de-DE" sz="3200" b="1" kern="1200" cap="all" baseline="0" dirty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 dirty="0"/>
              <a:t>Zwischentitel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384004" y="2744190"/>
            <a:ext cx="5643025" cy="2821057"/>
          </a:xfrm>
          <a:prstGeom prst="rect">
            <a:avLst/>
          </a:prstGeom>
          <a:noFill/>
        </p:spPr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384000" y="2195951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332" y="2195951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idx="24"/>
          </p:nvPr>
        </p:nvSpPr>
        <p:spPr>
          <a:xfrm>
            <a:off x="6164309" y="2744189"/>
            <a:ext cx="5643025" cy="2821057"/>
          </a:xfrm>
          <a:prstGeom prst="rect">
            <a:avLst/>
          </a:prstGeom>
          <a:noFill/>
        </p:spPr>
      </p:sp>
      <p:sp>
        <p:nvSpPr>
          <p:cNvPr id="3" name="Foliennummernplatzhalter 15">
            <a:extLst>
              <a:ext uri="{FF2B5EF4-FFF2-40B4-BE49-F238E27FC236}">
                <a16:creationId xmlns:a16="http://schemas.microsoft.com/office/drawing/2014/main" id="{A131CDE3-C989-CE96-BBFB-975D85CDF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219CE4D5-F46C-FBA4-C931-A1EEEC7AD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9FF241-D461-511A-97E0-FC6B0192D6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7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75"/>
          <a:stretch/>
        </p:blipFill>
        <p:spPr>
          <a:xfrm>
            <a:off x="4548" y="712944"/>
            <a:ext cx="894179" cy="1368000"/>
          </a:xfrm>
          <a:prstGeom prst="rect">
            <a:avLst/>
          </a:prstGeom>
        </p:spPr>
      </p:pic>
      <p:sp>
        <p:nvSpPr>
          <p:cNvPr id="2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84001" y="308727"/>
            <a:ext cx="9318017" cy="360000"/>
          </a:xfrm>
        </p:spPr>
        <p:txBody>
          <a:bodyPr anchor="t"/>
          <a:lstStyle>
            <a:lvl1pPr marL="0" indent="0">
              <a:buNone/>
              <a:defRPr lang="en-US" sz="11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 dirty="0"/>
              <a:t>Kapiteltitel</a:t>
            </a:r>
            <a:endParaRPr lang="en-US" dirty="0"/>
          </a:p>
        </p:txBody>
      </p:sp>
      <p:pic>
        <p:nvPicPr>
          <p:cNvPr id="32" name="Grafik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1626"/>
            <a:ext cx="12192000" cy="1368000"/>
          </a:xfrm>
          <a:prstGeom prst="rect">
            <a:avLst/>
          </a:prstGeom>
        </p:spPr>
      </p:pic>
      <p:sp>
        <p:nvSpPr>
          <p:cNvPr id="33" name="Rechteck 32"/>
          <p:cNvSpPr/>
          <p:nvPr userDrawn="1"/>
        </p:nvSpPr>
        <p:spPr>
          <a:xfrm>
            <a:off x="0" y="3115488"/>
            <a:ext cx="11788382" cy="13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34" name="Rechteck 33"/>
          <p:cNvSpPr/>
          <p:nvPr userDrawn="1"/>
        </p:nvSpPr>
        <p:spPr>
          <a:xfrm>
            <a:off x="0" y="4476620"/>
            <a:ext cx="11788382" cy="14050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pic>
        <p:nvPicPr>
          <p:cNvPr id="35" name="Grafik 34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0"/>
          <a:stretch/>
        </p:blipFill>
        <p:spPr>
          <a:xfrm>
            <a:off x="11788382" y="3436842"/>
            <a:ext cx="403618" cy="1368000"/>
          </a:xfrm>
          <a:prstGeom prst="rect">
            <a:avLst/>
          </a:prstGeom>
        </p:spPr>
      </p:pic>
      <p:sp>
        <p:nvSpPr>
          <p:cNvPr id="36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pic>
        <p:nvPicPr>
          <p:cNvPr id="38" name="Grafik 3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6"/>
          <a:stretch/>
        </p:blipFill>
        <p:spPr>
          <a:xfrm>
            <a:off x="8510953" y="4801345"/>
            <a:ext cx="3681047" cy="1368000"/>
          </a:xfrm>
          <a:prstGeom prst="rect">
            <a:avLst/>
          </a:prstGeom>
        </p:spPr>
      </p:pic>
      <p:sp>
        <p:nvSpPr>
          <p:cNvPr id="42" name="Bildplatzhalter 2"/>
          <p:cNvSpPr>
            <a:spLocks noGrp="1"/>
          </p:cNvSpPr>
          <p:nvPr>
            <p:ph type="pic" idx="26"/>
          </p:nvPr>
        </p:nvSpPr>
        <p:spPr>
          <a:xfrm>
            <a:off x="478902" y="1049575"/>
            <a:ext cx="11713097" cy="3101629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43" name="Title 1"/>
          <p:cNvSpPr>
            <a:spLocks noGrp="1"/>
          </p:cNvSpPr>
          <p:nvPr>
            <p:ph type="title" hasCustomPrompt="1"/>
          </p:nvPr>
        </p:nvSpPr>
        <p:spPr>
          <a:xfrm>
            <a:off x="408175" y="4381997"/>
            <a:ext cx="11124462" cy="1000476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lnSpc>
                <a:spcPts val="4400"/>
              </a:lnSpc>
              <a:tabLst>
                <a:tab pos="1254125" algn="l"/>
              </a:tabLst>
              <a:defRPr lang="de-DE" sz="4400" b="1" kern="1200" cap="all" baseline="0" smtClean="0">
                <a:solidFill>
                  <a:schemeClr val="bg1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8175" y="5335715"/>
            <a:ext cx="11124462" cy="360000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64EBCB1-C01A-5151-2117-E7BBBC68D1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  <p:sp>
        <p:nvSpPr>
          <p:cNvPr id="4" name="Foliennummernplatzhalter 15">
            <a:extLst>
              <a:ext uri="{FF2B5EF4-FFF2-40B4-BE49-F238E27FC236}">
                <a16:creationId xmlns:a16="http://schemas.microsoft.com/office/drawing/2014/main" id="{6B5B3AAD-A53D-598D-7BBE-7DF252707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A80EF89D-A4E2-F97B-81FC-7B3B3524A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39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003" y="1260000"/>
            <a:ext cx="11455932" cy="460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745" y="144000"/>
            <a:ext cx="1856236" cy="920498"/>
          </a:xfrm>
          <a:prstGeom prst="rect">
            <a:avLst/>
          </a:prstGeom>
        </p:spPr>
      </p:pic>
      <p:sp>
        <p:nvSpPr>
          <p:cNvPr id="2" name="Foliennummernplatzhalter 15">
            <a:extLst>
              <a:ext uri="{FF2B5EF4-FFF2-40B4-BE49-F238E27FC236}">
                <a16:creationId xmlns:a16="http://schemas.microsoft.com/office/drawing/2014/main" id="{2CBF2C35-F6FF-77B0-B281-5092CE5C5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01E0DEA2-6472-A7BB-3992-32CC6CE57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FA7B57C-CBCC-1952-57EF-BB2BF7FAD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0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9" r:id="rId2"/>
    <p:sldLayoutId id="2147483683" r:id="rId3"/>
    <p:sldLayoutId id="2147483684" r:id="rId4"/>
    <p:sldLayoutId id="2147483680" r:id="rId5"/>
    <p:sldLayoutId id="2147483672" r:id="rId6"/>
    <p:sldLayoutId id="2147483665" r:id="rId7"/>
    <p:sldLayoutId id="2147483713" r:id="rId8"/>
    <p:sldLayoutId id="2147483714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1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3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el 27">
            <a:extLst>
              <a:ext uri="{FF2B5EF4-FFF2-40B4-BE49-F238E27FC236}">
                <a16:creationId xmlns:a16="http://schemas.microsoft.com/office/drawing/2014/main" id="{C83995F6-FD25-7FB6-5423-0701055E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02" y="4239278"/>
            <a:ext cx="11124462" cy="100836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FA82143-1A2C-492F-0248-A1CDD063A6D5}"/>
              </a:ext>
            </a:extLst>
          </p:cNvPr>
          <p:cNvSpPr>
            <a:spLocks noGrp="1"/>
          </p:cNvSpPr>
          <p:nvPr>
            <p:ph type="pic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8C7279A-6956-C78B-C3A6-2015A73C8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902" y="5335715"/>
            <a:ext cx="11124462" cy="36000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250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liennummernplatzhalter 15">
            <a:extLst>
              <a:ext uri="{FF2B5EF4-FFF2-40B4-BE49-F238E27FC236}">
                <a16:creationId xmlns:a16="http://schemas.microsoft.com/office/drawing/2014/main" id="{4687A2FD-EDD9-FCA1-D2CD-3DFE74AA7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0" name="Datumsplatzhalter 6">
            <a:extLst>
              <a:ext uri="{FF2B5EF4-FFF2-40B4-BE49-F238E27FC236}">
                <a16:creationId xmlns:a16="http://schemas.microsoft.com/office/drawing/2014/main" id="{D8C615F8-CA26-EFA1-2730-6D8547411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28808"/>
            <a:ext cx="4404588" cy="108323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Systeme (ISy)</a:t>
            </a:r>
            <a:endParaRPr lang="en-GB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8E7A63B-EB9E-A534-D297-B2FAE337604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13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9EED078-5211-F5A9-3848-7F707856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062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A393ACD-E421-9DBD-F90A-2928A9857551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421427" y="1049575"/>
            <a:ext cx="11770572" cy="3101629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0BBEC23-D8C9-3CF0-1A78-29E3AED23181}"/>
              </a:ext>
            </a:extLst>
          </p:cNvPr>
          <p:cNvSpPr txBox="1"/>
          <p:nvPr/>
        </p:nvSpPr>
        <p:spPr>
          <a:xfrm>
            <a:off x="8440203" y="2291706"/>
            <a:ext cx="3751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de-DE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DA658DF-6DA6-27B2-900A-99285018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3166864"/>
      </p:ext>
    </p:extLst>
  </p:cSld>
  <p:clrMapOvr>
    <a:masterClrMapping/>
  </p:clrMapOvr>
</p:sld>
</file>

<file path=ppt/theme/theme1.xml><?xml version="1.0" encoding="utf-8"?>
<a:theme xmlns:a="http://schemas.openxmlformats.org/drawingml/2006/main" name="Th Lübeck Design 4:3">
  <a:themeElements>
    <a:clrScheme name="TH Lübeck Farben">
      <a:dk1>
        <a:srgbClr val="000000"/>
      </a:dk1>
      <a:lt1>
        <a:srgbClr val="FFFFFF"/>
      </a:lt1>
      <a:dk2>
        <a:srgbClr val="E4003A"/>
      </a:dk2>
      <a:lt2>
        <a:srgbClr val="CFBA9D"/>
      </a:lt2>
      <a:accent1>
        <a:srgbClr val="4B5459"/>
      </a:accent1>
      <a:accent2>
        <a:srgbClr val="FBBC33"/>
      </a:accent2>
      <a:accent3>
        <a:srgbClr val="8CCAAE"/>
      </a:accent3>
      <a:accent4>
        <a:srgbClr val="75122A"/>
      </a:accent4>
      <a:accent5>
        <a:srgbClr val="6886A7"/>
      </a:accent5>
      <a:accent6>
        <a:srgbClr val="DEDC00"/>
      </a:accent6>
      <a:hlink>
        <a:srgbClr val="E4003A"/>
      </a:hlink>
      <a:folHlink>
        <a:srgbClr val="004261"/>
      </a:folHlink>
    </a:clrScheme>
    <a:fontScheme name="TH Fließtex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45720" rIns="91440" bIns="45720" rtlCol="0" anchor="ctr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19041EF918B444F9772472982E64F5F" ma:contentTypeVersion="12" ma:contentTypeDescription="Ein neues Dokument erstellen." ma:contentTypeScope="" ma:versionID="05cf3cfca21381d10b895f96c5086b7c">
  <xsd:schema xmlns:xsd="http://www.w3.org/2001/XMLSchema" xmlns:xs="http://www.w3.org/2001/XMLSchema" xmlns:p="http://schemas.microsoft.com/office/2006/metadata/properties" xmlns:ns2="845ba726-4aaa-4e93-bec4-fb020baba1ef" xmlns:ns3="6e9c68af-8bb9-4c8e-acaa-c005a2bd5618" targetNamespace="http://schemas.microsoft.com/office/2006/metadata/properties" ma:root="true" ma:fieldsID="f999d1372210e52b316b4b3c91e1f48c" ns2:_="" ns3:_="">
    <xsd:import namespace="845ba726-4aaa-4e93-bec4-fb020baba1ef"/>
    <xsd:import namespace="6e9c68af-8bb9-4c8e-acaa-c005a2bd5618"/>
    <xsd:element name="properties">
      <xsd:complexType>
        <xsd:sequence>
          <xsd:element name="documentManagement">
            <xsd:complexType>
              <xsd:all>
                <xsd:element ref="ns2:Formular_x0020__x002f__x0020_Vordrucke"/>
                <xsd:element ref="ns2:Vertraulichkeitsstufe"/>
                <xsd:element ref="ns3:_dlc_DocId" minOccurs="0"/>
                <xsd:element ref="ns3:_dlc_DocIdUrl" minOccurs="0"/>
                <xsd:element ref="ns3:_dlc_DocIdPersistId" minOccurs="0"/>
                <xsd:element ref="ns2:g_x00fc_ltig_x0020_f_x00fc_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5ba726-4aaa-4e93-bec4-fb020baba1ef" elementFormDefault="qualified">
    <xsd:import namespace="http://schemas.microsoft.com/office/2006/documentManagement/types"/>
    <xsd:import namespace="http://schemas.microsoft.com/office/infopath/2007/PartnerControls"/>
    <xsd:element name="Formular_x0020__x002f__x0020_Vordrucke" ma:index="8" ma:displayName="Formular / Vordrucke" ma:format="Dropdown" ma:internalName="Formular_x0020__x002f__x0020_Vordrucke">
      <xsd:simpleType>
        <xsd:restriction base="dms:Choice">
          <xsd:enumeration value="----"/>
          <xsd:enumeration value="Arbeitssicherheit/Brandschutz/Gefahrstoffe"/>
          <xsd:enumeration value="Corporate Design / Werbung"/>
          <xsd:enumeration value="Finanzen"/>
          <xsd:enumeration value="IT"/>
          <xsd:enumeration value="Organisation allgemein"/>
          <xsd:enumeration value="Personal"/>
          <xsd:enumeration value="Studium/Lehre"/>
          <xsd:enumeration value="Corona"/>
        </xsd:restriction>
      </xsd:simpleType>
    </xsd:element>
    <xsd:element name="Vertraulichkeitsstufe" ma:index="9" ma:displayName="Vertraulichkeitsstufe" ma:default="intern" ma:format="Dropdown" ma:internalName="Vertraulichkeitsstufe" ma:readOnly="false">
      <xsd:simpleType>
        <xsd:restriction base="dms:Choice">
          <xsd:enumeration value="intern"/>
          <xsd:enumeration value="öffentlich"/>
        </xsd:restriction>
      </xsd:simpleType>
    </xsd:element>
    <xsd:element name="g_x00fc_ltig_x0020_f_x00fc_r" ma:index="13" nillable="true" ma:displayName="gültig für" ma:default="alle Beschäftigten" ma:internalName="g_x00fc_ltig_x0020_f_x00fc_r" ma:requiredMultiChoice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wissenschaftl./nichtwissenschftl. Personal"/>
                    <xsd:enumeration value="ProfessorInnen/BeamtInnen"/>
                    <xsd:enumeration value="Lehrbeauftragte"/>
                    <xsd:enumeration value="alle Beschäftigten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c68af-8bb9-4c8e-acaa-c005a2bd5618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1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rmular_x0020__x002f__x0020_Vordrucke xmlns="845ba726-4aaa-4e93-bec4-fb020baba1ef">Corporate Design / Werbung</Formular_x0020__x002f__x0020_Vordrucke>
    <Vertraulichkeitsstufe xmlns="845ba726-4aaa-4e93-bec4-fb020baba1ef">intern</Vertraulichkeitsstufe>
    <g_x00fc_ltig_x0020_f_x00fc_r xmlns="845ba726-4aaa-4e93-bec4-fb020baba1ef">
      <Value>alle Beschäftigten</Value>
    </g_x00fc_ltig_x0020_f_x00fc_r>
    <_dlc_DocId xmlns="6e9c68af-8bb9-4c8e-acaa-c005a2bd5618">DOCID-20-380</_dlc_DocId>
    <_dlc_DocIdUrl xmlns="6e9c68af-8bb9-4c8e-acaa-c005a2bd5618">
      <Url>https://intranet.fh-luebeck.de/dokumente/_layouts/15/DocIdRedir.aspx?ID=DOCID-20-380</Url>
      <Description>DOCID-20-380</Description>
    </_dlc_DocIdUrl>
  </documentManagement>
</p:properties>
</file>

<file path=customXml/itemProps1.xml><?xml version="1.0" encoding="utf-8"?>
<ds:datastoreItem xmlns:ds="http://schemas.openxmlformats.org/officeDocument/2006/customXml" ds:itemID="{F6C98ABA-8938-4D11-BEB1-62856C00F5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5ACD4F-58B5-4865-8548-DEEF18A33C96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925C8BE-8E8B-411D-BC02-BF1613A4B1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5ba726-4aaa-4e93-bec4-fb020baba1ef"/>
    <ds:schemaRef ds:uri="6e9c68af-8bb9-4c8e-acaa-c005a2bd56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C4D16E1-8124-4149-8B69-47600984F480}">
  <ds:schemaRefs>
    <ds:schemaRef ds:uri="http://schemas.microsoft.com/office/2006/metadata/properties"/>
    <ds:schemaRef ds:uri="http://schemas.microsoft.com/office/infopath/2007/PartnerControls"/>
    <ds:schemaRef ds:uri="845ba726-4aaa-4e93-bec4-fb020baba1ef"/>
    <ds:schemaRef ds:uri="6e9c68af-8bb9-4c8e-acaa-c005a2bd56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</Words>
  <Application>Microsoft Office PowerPoint</Application>
  <PresentationFormat>Breitbild</PresentationFormat>
  <Paragraphs>11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Th Lübeck Design 4:3</vt:lpstr>
      <vt:lpstr>PowerPoint-Präsentation</vt:lpstr>
      <vt:lpstr>PowerPoint-Präsentation</vt:lpstr>
      <vt:lpstr>PowerPoint-Präsentation</vt:lpstr>
      <vt:lpstr>PowerPoint-Präsentation</vt:lpstr>
    </vt:vector>
  </TitlesOfParts>
  <Company>Fachhochschule Lübeck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Wulf, Linda Lu</dc:creator>
  <cp:lastModifiedBy>Hamid M.</cp:lastModifiedBy>
  <cp:revision>490</cp:revision>
  <cp:lastPrinted>2021-02-02T19:56:31Z</cp:lastPrinted>
  <dcterms:created xsi:type="dcterms:W3CDTF">2015-07-28T12:12:22Z</dcterms:created>
  <dcterms:modified xsi:type="dcterms:W3CDTF">2026-03-29T18:26:30Z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0x010100E19041EF918B444F9772472982E64F5F</vt:lpwstr>
  </property>
  <property fmtid="{D5CDD505-2E9C-101B-9397-08002B2CF9AE}" pid="3" name="_dlc_DocIdItemGuid">
    <vt:lpwstr>9955d7c6-2dbb-4d8f-831b-4316e9c5ea42</vt:lpwstr>
  </property>
</Properties>
</file>