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3434"/>
    <a:srgbClr val="FF3434"/>
    <a:srgbClr val="FFFFFF"/>
    <a:srgbClr val="E7343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23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0" d="100"/>
          <a:sy n="90" d="100"/>
        </p:scale>
        <p:origin x="41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46F1-A91B-4464-BB68-EAF86F9E9A67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561D0-8A1C-4D91-A04C-785810655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9986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3B97C-D1AA-44E7-8716-F8FE24133022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DC3E7-6719-46DF-95DD-DE7CCF7426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41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75"/>
          <a:stretch/>
        </p:blipFill>
        <p:spPr>
          <a:xfrm>
            <a:off x="4548" y="712944"/>
            <a:ext cx="894179" cy="1368000"/>
          </a:xfrm>
          <a:prstGeom prst="rect">
            <a:avLst/>
          </a:prstGeom>
        </p:spPr>
      </p:pic>
      <p:sp>
        <p:nvSpPr>
          <p:cNvPr id="2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84001" y="308727"/>
            <a:ext cx="9318017" cy="360000"/>
          </a:xfrm>
        </p:spPr>
        <p:txBody>
          <a:bodyPr anchor="t"/>
          <a:lstStyle>
            <a:lvl1pPr marL="0" indent="0">
              <a:buNone/>
              <a:defRPr lang="en-US" sz="11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 dirty="0"/>
              <a:t>Kapiteltitel</a:t>
            </a:r>
            <a:endParaRPr lang="en-US" dirty="0"/>
          </a:p>
        </p:txBody>
      </p:sp>
      <p:pic>
        <p:nvPicPr>
          <p:cNvPr id="32" name="Grafik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1626"/>
            <a:ext cx="12192000" cy="1368000"/>
          </a:xfrm>
          <a:prstGeom prst="rect">
            <a:avLst/>
          </a:prstGeom>
        </p:spPr>
      </p:pic>
      <p:sp>
        <p:nvSpPr>
          <p:cNvPr id="33" name="Rechteck 32"/>
          <p:cNvSpPr/>
          <p:nvPr userDrawn="1"/>
        </p:nvSpPr>
        <p:spPr>
          <a:xfrm>
            <a:off x="0" y="3115488"/>
            <a:ext cx="11788382" cy="13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34" name="Rechteck 33"/>
          <p:cNvSpPr/>
          <p:nvPr userDrawn="1"/>
        </p:nvSpPr>
        <p:spPr>
          <a:xfrm>
            <a:off x="0" y="4476620"/>
            <a:ext cx="11788382" cy="14050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pic>
        <p:nvPicPr>
          <p:cNvPr id="35" name="Grafik 34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0"/>
          <a:stretch/>
        </p:blipFill>
        <p:spPr>
          <a:xfrm>
            <a:off x="11788382" y="3436842"/>
            <a:ext cx="403618" cy="1368000"/>
          </a:xfrm>
          <a:prstGeom prst="rect">
            <a:avLst/>
          </a:prstGeom>
        </p:spPr>
      </p:pic>
      <p:sp>
        <p:nvSpPr>
          <p:cNvPr id="36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pic>
        <p:nvPicPr>
          <p:cNvPr id="38" name="Grafik 3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6"/>
          <a:stretch/>
        </p:blipFill>
        <p:spPr>
          <a:xfrm>
            <a:off x="8510953" y="4801345"/>
            <a:ext cx="3681047" cy="1368000"/>
          </a:xfrm>
          <a:prstGeom prst="rect">
            <a:avLst/>
          </a:prstGeom>
        </p:spPr>
      </p:pic>
      <p:sp>
        <p:nvSpPr>
          <p:cNvPr id="42" name="Bildplatzhalter 2"/>
          <p:cNvSpPr>
            <a:spLocks noGrp="1"/>
          </p:cNvSpPr>
          <p:nvPr>
            <p:ph type="pic" idx="26"/>
          </p:nvPr>
        </p:nvSpPr>
        <p:spPr>
          <a:xfrm>
            <a:off x="478902" y="1049575"/>
            <a:ext cx="11713097" cy="3101629"/>
          </a:xfrm>
          <a:prstGeom prst="rect">
            <a:avLst/>
          </a:prstGeom>
          <a:noFill/>
        </p:spPr>
      </p:sp>
      <p:sp>
        <p:nvSpPr>
          <p:cNvPr id="43" name="Title 1"/>
          <p:cNvSpPr>
            <a:spLocks noGrp="1"/>
          </p:cNvSpPr>
          <p:nvPr>
            <p:ph type="title" hasCustomPrompt="1"/>
          </p:nvPr>
        </p:nvSpPr>
        <p:spPr>
          <a:xfrm>
            <a:off x="408175" y="4381997"/>
            <a:ext cx="11124462" cy="1000476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lnSpc>
                <a:spcPts val="4400"/>
              </a:lnSpc>
              <a:tabLst>
                <a:tab pos="1254125" algn="l"/>
              </a:tabLst>
              <a:defRPr lang="de-DE" sz="4400" b="1" kern="1200" cap="all" baseline="0" smtClean="0">
                <a:solidFill>
                  <a:schemeClr val="bg1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8175" y="5335715"/>
            <a:ext cx="11124462" cy="360000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17" name="Fußzeilenplatzhalter 14"/>
          <p:cNvSpPr>
            <a:spLocks noGrp="1"/>
          </p:cNvSpPr>
          <p:nvPr>
            <p:ph type="ftr" sz="quarter" idx="3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18" name="Foliennummernplatzhalter 15"/>
          <p:cNvSpPr>
            <a:spLocks noGrp="1"/>
          </p:cNvSpPr>
          <p:nvPr>
            <p:ph type="sldNum" sz="quarter" idx="4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001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84001" y="308727"/>
            <a:ext cx="11492875" cy="360000"/>
          </a:xfrm>
        </p:spPr>
        <p:txBody>
          <a:bodyPr anchor="t"/>
          <a:lstStyle>
            <a:lvl1pPr marL="0" indent="0">
              <a:buNone/>
              <a:defRPr lang="en-US" sz="11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91" r="-3212"/>
          <a:stretch/>
        </p:blipFill>
        <p:spPr>
          <a:xfrm>
            <a:off x="-5225" y="712944"/>
            <a:ext cx="1235519" cy="1368000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59"/>
          <a:stretch/>
        </p:blipFill>
        <p:spPr>
          <a:xfrm>
            <a:off x="-8668" y="3436842"/>
            <a:ext cx="188031" cy="1368000"/>
          </a:xfrm>
          <a:prstGeom prst="rect">
            <a:avLst/>
          </a:prstGeom>
        </p:spPr>
      </p:pic>
      <p:sp>
        <p:nvSpPr>
          <p:cNvPr id="23" name="Bildplatzhalter 2"/>
          <p:cNvSpPr>
            <a:spLocks noGrp="1"/>
          </p:cNvSpPr>
          <p:nvPr>
            <p:ph type="pic" idx="21"/>
          </p:nvPr>
        </p:nvSpPr>
        <p:spPr>
          <a:xfrm>
            <a:off x="478903" y="1049575"/>
            <a:ext cx="11711347" cy="3100222"/>
          </a:xfrm>
          <a:prstGeom prst="rect">
            <a:avLst/>
          </a:prstGeom>
          <a:noFill/>
        </p:spPr>
      </p:sp>
      <p:pic>
        <p:nvPicPr>
          <p:cNvPr id="24" name="Grafik 23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42"/>
          <a:stretch/>
        </p:blipFill>
        <p:spPr>
          <a:xfrm>
            <a:off x="11150455" y="2081626"/>
            <a:ext cx="1039797" cy="136800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08175" y="4381997"/>
            <a:ext cx="11124462" cy="1000476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lnSpc>
                <a:spcPts val="4400"/>
              </a:lnSpc>
              <a:tabLst>
                <a:tab pos="1254125" algn="l"/>
              </a:tabLst>
              <a:defRPr lang="de-DE" sz="4400" b="1" kern="1200" cap="all" baseline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8175" y="5335715"/>
            <a:ext cx="11124462" cy="360000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2" name="Datumsplatzhalter 6"/>
          <p:cNvSpPr>
            <a:spLocks noGrp="1"/>
          </p:cNvSpPr>
          <p:nvPr>
            <p:ph type="dt" sz="half" idx="2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25" name="Fußzeilenplatzhalter 14"/>
          <p:cNvSpPr>
            <a:spLocks noGrp="1"/>
          </p:cNvSpPr>
          <p:nvPr>
            <p:ph type="ftr" sz="quarter" idx="3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27" name="Foliennummernplatzhalter 15"/>
          <p:cNvSpPr>
            <a:spLocks noGrp="1"/>
          </p:cNvSpPr>
          <p:nvPr>
            <p:ph type="sldNum" sz="quarter" idx="4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3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42"/>
          <a:stretch/>
        </p:blipFill>
        <p:spPr>
          <a:xfrm>
            <a:off x="11150455" y="2081626"/>
            <a:ext cx="1039797" cy="1368000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383999" y="1706400"/>
            <a:ext cx="8216585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84000" y="1206273"/>
            <a:ext cx="1142057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21"/>
          </p:nvPr>
        </p:nvSpPr>
        <p:spPr>
          <a:xfrm>
            <a:off x="8736439" y="1706400"/>
            <a:ext cx="3070894" cy="2033670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13"/>
          </p:nvPr>
        </p:nvSpPr>
        <p:spPr>
          <a:xfrm>
            <a:off x="8736439" y="3909668"/>
            <a:ext cx="3068138" cy="2033670"/>
          </a:xfrm>
          <a:prstGeom prst="rect">
            <a:avLst/>
          </a:prstGeom>
          <a:noFill/>
        </p:spPr>
      </p:sp>
      <p:sp>
        <p:nvSpPr>
          <p:cNvPr id="11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12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17" name="Fußzeilenplatzhalter 14"/>
          <p:cNvSpPr>
            <a:spLocks noGrp="1"/>
          </p:cNvSpPr>
          <p:nvPr>
            <p:ph type="ftr" sz="quarter" idx="3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18" name="Foliennummernplatzhalter 15"/>
          <p:cNvSpPr>
            <a:spLocks noGrp="1"/>
          </p:cNvSpPr>
          <p:nvPr>
            <p:ph type="sldNum" sz="quarter" idx="4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030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der Grafi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00" y="1706401"/>
            <a:ext cx="11442893" cy="4214466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3999" y="1206788"/>
            <a:ext cx="1144289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16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17" name="Fußzeilenplatzhalter 14"/>
          <p:cNvSpPr>
            <a:spLocks noGrp="1"/>
          </p:cNvSpPr>
          <p:nvPr>
            <p:ph type="ftr" sz="quarter" idx="3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18" name="Foliennummernplatzhalter 15"/>
          <p:cNvSpPr>
            <a:spLocks noGrp="1"/>
          </p:cNvSpPr>
          <p:nvPr>
            <p:ph type="sldNum" sz="quarter" idx="4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mi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00" y="4539391"/>
            <a:ext cx="5640000" cy="147885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7332" y="4539391"/>
            <a:ext cx="5640000" cy="147885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3999" y="1202027"/>
            <a:ext cx="1142333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384004" y="1718980"/>
            <a:ext cx="5521129" cy="2760119"/>
          </a:xfrm>
          <a:prstGeom prst="rect">
            <a:avLst/>
          </a:prstGeom>
          <a:noFill/>
        </p:spPr>
      </p:sp>
      <p:sp>
        <p:nvSpPr>
          <p:cNvPr id="13" name="Bildplatzhalter 2"/>
          <p:cNvSpPr>
            <a:spLocks noGrp="1"/>
          </p:cNvSpPr>
          <p:nvPr>
            <p:ph type="pic" idx="22"/>
          </p:nvPr>
        </p:nvSpPr>
        <p:spPr>
          <a:xfrm>
            <a:off x="6286206" y="1718980"/>
            <a:ext cx="5521129" cy="2760119"/>
          </a:xfrm>
          <a:prstGeom prst="rect">
            <a:avLst/>
          </a:prstGeom>
          <a:noFill/>
        </p:spPr>
      </p:sp>
      <p:sp>
        <p:nvSpPr>
          <p:cNvPr id="1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pic>
        <p:nvPicPr>
          <p:cNvPr id="22" name="Grafik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59"/>
          <a:stretch/>
        </p:blipFill>
        <p:spPr>
          <a:xfrm>
            <a:off x="-8668" y="3436842"/>
            <a:ext cx="188031" cy="1368000"/>
          </a:xfrm>
          <a:prstGeom prst="rect">
            <a:avLst/>
          </a:prstGeom>
        </p:spPr>
      </p:pic>
      <p:sp>
        <p:nvSpPr>
          <p:cNvPr id="1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17" name="Fußzeilenplatzhalter 14"/>
          <p:cNvSpPr>
            <a:spLocks noGrp="1"/>
          </p:cNvSpPr>
          <p:nvPr>
            <p:ph type="ftr" sz="quarter" idx="3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18" name="Foliennummernplatzhalter 15"/>
          <p:cNvSpPr>
            <a:spLocks noGrp="1"/>
          </p:cNvSpPr>
          <p:nvPr>
            <p:ph type="sldNum" sz="quarter" idx="25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969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7332" y="2190356"/>
            <a:ext cx="5640000" cy="396664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00" y="2190356"/>
            <a:ext cx="5640000" cy="396664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000" y="1719502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332" y="1719502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1" y="1209004"/>
            <a:ext cx="912000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17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18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19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5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42"/>
          <a:stretch/>
        </p:blipFill>
        <p:spPr>
          <a:xfrm>
            <a:off x="11150455" y="2081626"/>
            <a:ext cx="1039797" cy="1368000"/>
          </a:xfrm>
          <a:prstGeom prst="rect">
            <a:avLst/>
          </a:prstGeom>
        </p:spPr>
      </p:pic>
      <p:pic>
        <p:nvPicPr>
          <p:cNvPr id="3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6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7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8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2400000"/>
            <a:ext cx="9600000" cy="1500000"/>
          </a:xfrm>
        </p:spPr>
        <p:txBody>
          <a:bodyPr lIns="72000" tIns="0" bIns="0" anchor="b" anchorCtr="0">
            <a:noAutofit/>
          </a:bodyPr>
          <a:lstStyle>
            <a:lvl1pPr marL="0" indent="0">
              <a:buNone/>
              <a:defRPr sz="44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4000" y="4020000"/>
            <a:ext cx="9600000" cy="500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mit Bild rech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2200000"/>
            <a:ext cx="5621666" cy="1800000"/>
          </a:xfrm>
        </p:spPr>
        <p:txBody>
          <a:bodyPr lIns="72000" tIns="0" bIns="0" anchor="b" anchorCtr="0">
            <a:noAutofit/>
          </a:bodyPr>
          <a:lstStyle>
            <a:lvl1pPr marL="0" indent="0">
              <a:buNone/>
              <a:defRPr sz="4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384000" y="4100000"/>
            <a:ext cx="5621666" cy="500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6185666" y="1206788"/>
            <a:ext cx="5621666" cy="4736550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mit Bildba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idx="40"/>
          </p:nvPr>
        </p:nvSpPr>
        <p:spPr>
          <a:xfrm>
            <a:off x="384000" y="1206788"/>
            <a:ext cx="11423333" cy="2900000"/>
          </a:xfrm>
          <a:prstGeom prst="rect">
            <a:avLst/>
          </a:prstGeom>
          <a:noFill/>
        </p:spPr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4356788"/>
            <a:ext cx="11423333" cy="1000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4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4000" y="5356788"/>
            <a:ext cx="11423333" cy="500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mit Bild lin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idx="40"/>
          </p:nvPr>
        </p:nvSpPr>
        <p:spPr>
          <a:xfrm>
            <a:off x="384000" y="1206788"/>
            <a:ext cx="5621666" cy="4736550"/>
          </a:xfrm>
          <a:prstGeom prst="rect">
            <a:avLst/>
          </a:prstGeom>
          <a:noFill/>
        </p:spPr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185666" y="2200000"/>
            <a:ext cx="5621666" cy="1800000"/>
          </a:xfrm>
        </p:spPr>
        <p:txBody>
          <a:bodyPr lIns="72000" tIns="0" bIns="0" anchor="b" anchorCtr="0">
            <a:noAutofit/>
          </a:bodyPr>
          <a:lstStyle>
            <a:lvl1pPr marL="0" indent="0">
              <a:buNone/>
              <a:defRPr sz="4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185666" y="4100000"/>
            <a:ext cx="5621666" cy="500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mit zwei Bild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2200000"/>
            <a:ext cx="5621666" cy="1800000"/>
          </a:xfrm>
        </p:spPr>
        <p:txBody>
          <a:bodyPr lIns="72000" tIns="0" bIns="0" anchor="b" anchorCtr="0">
            <a:noAutofit/>
          </a:bodyPr>
          <a:lstStyle>
            <a:lvl1pPr marL="0" indent="0">
              <a:buNone/>
              <a:defRPr sz="4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384000" y="4100000"/>
            <a:ext cx="5621666" cy="500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6185666" y="1206788"/>
            <a:ext cx="5621666" cy="2278275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1"/>
          </p:nvPr>
        </p:nvSpPr>
        <p:spPr>
          <a:xfrm>
            <a:off x="6185666" y="3665063"/>
            <a:ext cx="5621666" cy="2278275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chm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5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6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2097499" y="1706400"/>
            <a:ext cx="7996333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Streif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42"/>
          <a:stretch/>
        </p:blipFill>
        <p:spPr>
          <a:xfrm>
            <a:off x="11150455" y="2081626"/>
            <a:ext cx="1039797" cy="136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5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6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10123333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50"/>
          </p:nvPr>
        </p:nvSpPr>
        <p:spPr>
          <a:xfrm>
            <a:off x="384000" y="1706400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2146400"/>
            <a:ext cx="368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51"/>
          </p:nvPr>
        </p:nvSpPr>
        <p:spPr>
          <a:xfrm>
            <a:off x="4251777" y="1706400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31"/>
          </p:nvPr>
        </p:nvSpPr>
        <p:spPr>
          <a:xfrm>
            <a:off x="4251777" y="2146400"/>
            <a:ext cx="368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52"/>
          </p:nvPr>
        </p:nvSpPr>
        <p:spPr>
          <a:xfrm>
            <a:off x="8119555" y="1706400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32"/>
          </p:nvPr>
        </p:nvSpPr>
        <p:spPr>
          <a:xfrm>
            <a:off x="8119555" y="2146400"/>
            <a:ext cx="368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breit und schm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5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6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50"/>
          </p:nvPr>
        </p:nvSpPr>
        <p:spPr>
          <a:xfrm>
            <a:off x="384000" y="1706400"/>
            <a:ext cx="7495555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2146400"/>
            <a:ext cx="7495555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51"/>
          </p:nvPr>
        </p:nvSpPr>
        <p:spPr>
          <a:xfrm>
            <a:off x="8059555" y="1706400"/>
            <a:ext cx="374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31"/>
          </p:nvPr>
        </p:nvSpPr>
        <p:spPr>
          <a:xfrm>
            <a:off x="8059555" y="2146400"/>
            <a:ext cx="374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Fe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50"/>
          </p:nvPr>
        </p:nvSpPr>
        <p:spPr>
          <a:xfrm>
            <a:off x="384000" y="1706400"/>
            <a:ext cx="5621666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2146400"/>
            <a:ext cx="5621666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51"/>
          </p:nvPr>
        </p:nvSpPr>
        <p:spPr>
          <a:xfrm>
            <a:off x="6185666" y="1706400"/>
            <a:ext cx="5621666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31"/>
          </p:nvPr>
        </p:nvSpPr>
        <p:spPr>
          <a:xfrm>
            <a:off x="6185666" y="2146400"/>
            <a:ext cx="5621666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52"/>
          </p:nvPr>
        </p:nvSpPr>
        <p:spPr>
          <a:xfrm>
            <a:off x="384000" y="3914869"/>
            <a:ext cx="5621666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32"/>
          </p:nvPr>
        </p:nvSpPr>
        <p:spPr>
          <a:xfrm>
            <a:off x="384000" y="4354869"/>
            <a:ext cx="5621666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53"/>
          </p:nvPr>
        </p:nvSpPr>
        <p:spPr>
          <a:xfrm>
            <a:off x="6185666" y="3914869"/>
            <a:ext cx="5621666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33"/>
          </p:nvPr>
        </p:nvSpPr>
        <p:spPr>
          <a:xfrm>
            <a:off x="6185666" y="4354869"/>
            <a:ext cx="5621666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schlic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5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6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5621666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31"/>
          </p:nvPr>
        </p:nvSpPr>
        <p:spPr>
          <a:xfrm>
            <a:off x="6185666" y="1706400"/>
            <a:ext cx="5621666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 schlic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5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6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3687777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31"/>
          </p:nvPr>
        </p:nvSpPr>
        <p:spPr>
          <a:xfrm>
            <a:off x="4251777" y="1706400"/>
            <a:ext cx="3687777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32"/>
          </p:nvPr>
        </p:nvSpPr>
        <p:spPr>
          <a:xfrm>
            <a:off x="8119555" y="1706400"/>
            <a:ext cx="3687777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Zeil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5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6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50"/>
          </p:nvPr>
        </p:nvSpPr>
        <p:spPr>
          <a:xfrm>
            <a:off x="384000" y="1706400"/>
            <a:ext cx="11423333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2146400"/>
            <a:ext cx="11423333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51"/>
          </p:nvPr>
        </p:nvSpPr>
        <p:spPr>
          <a:xfrm>
            <a:off x="384000" y="3914869"/>
            <a:ext cx="11423333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31"/>
          </p:nvPr>
        </p:nvSpPr>
        <p:spPr>
          <a:xfrm>
            <a:off x="384000" y="4354869"/>
            <a:ext cx="11423333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Zeil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5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6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11423333" cy="12923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31"/>
          </p:nvPr>
        </p:nvSpPr>
        <p:spPr>
          <a:xfrm>
            <a:off x="384000" y="3178712"/>
            <a:ext cx="11423333" cy="12923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32"/>
          </p:nvPr>
        </p:nvSpPr>
        <p:spPr>
          <a:xfrm>
            <a:off x="384000" y="4651025"/>
            <a:ext cx="11423333" cy="12923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schmal und bre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50"/>
          </p:nvPr>
        </p:nvSpPr>
        <p:spPr>
          <a:xfrm>
            <a:off x="384000" y="1706400"/>
            <a:ext cx="374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2146400"/>
            <a:ext cx="374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51"/>
          </p:nvPr>
        </p:nvSpPr>
        <p:spPr>
          <a:xfrm>
            <a:off x="4311777" y="1706400"/>
            <a:ext cx="7495555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31"/>
          </p:nvPr>
        </p:nvSpPr>
        <p:spPr>
          <a:xfrm>
            <a:off x="4311777" y="2146400"/>
            <a:ext cx="7495555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Fe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50"/>
          </p:nvPr>
        </p:nvSpPr>
        <p:spPr>
          <a:xfrm>
            <a:off x="384000" y="1706400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2146400"/>
            <a:ext cx="3687777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51"/>
          </p:nvPr>
        </p:nvSpPr>
        <p:spPr>
          <a:xfrm>
            <a:off x="4251777" y="1706400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31"/>
          </p:nvPr>
        </p:nvSpPr>
        <p:spPr>
          <a:xfrm>
            <a:off x="4251777" y="2146400"/>
            <a:ext cx="3687777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52"/>
          </p:nvPr>
        </p:nvSpPr>
        <p:spPr>
          <a:xfrm>
            <a:off x="8119555" y="1706400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32"/>
          </p:nvPr>
        </p:nvSpPr>
        <p:spPr>
          <a:xfrm>
            <a:off x="8119555" y="2146400"/>
            <a:ext cx="3687777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53"/>
          </p:nvPr>
        </p:nvSpPr>
        <p:spPr>
          <a:xfrm>
            <a:off x="384000" y="3914869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33"/>
          </p:nvPr>
        </p:nvSpPr>
        <p:spPr>
          <a:xfrm>
            <a:off x="384000" y="4354869"/>
            <a:ext cx="3687777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54"/>
          </p:nvPr>
        </p:nvSpPr>
        <p:spPr>
          <a:xfrm>
            <a:off x="4251777" y="3914869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34"/>
          </p:nvPr>
        </p:nvSpPr>
        <p:spPr>
          <a:xfrm>
            <a:off x="4251777" y="4354869"/>
            <a:ext cx="3687777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55"/>
          </p:nvPr>
        </p:nvSpPr>
        <p:spPr>
          <a:xfrm>
            <a:off x="8119555" y="3914869"/>
            <a:ext cx="368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35"/>
          </p:nvPr>
        </p:nvSpPr>
        <p:spPr>
          <a:xfrm>
            <a:off x="8119555" y="4354869"/>
            <a:ext cx="3687777" cy="158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50"/>
          </p:nvPr>
        </p:nvSpPr>
        <p:spPr>
          <a:xfrm>
            <a:off x="384000" y="1706400"/>
            <a:ext cx="2720833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2146400"/>
            <a:ext cx="2720833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51"/>
          </p:nvPr>
        </p:nvSpPr>
        <p:spPr>
          <a:xfrm>
            <a:off x="3284833" y="1706400"/>
            <a:ext cx="2720833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31"/>
          </p:nvPr>
        </p:nvSpPr>
        <p:spPr>
          <a:xfrm>
            <a:off x="3284833" y="2146400"/>
            <a:ext cx="2720833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52"/>
          </p:nvPr>
        </p:nvSpPr>
        <p:spPr>
          <a:xfrm>
            <a:off x="6185666" y="1706400"/>
            <a:ext cx="2720833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32"/>
          </p:nvPr>
        </p:nvSpPr>
        <p:spPr>
          <a:xfrm>
            <a:off x="6185666" y="2146400"/>
            <a:ext cx="2720833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53"/>
          </p:nvPr>
        </p:nvSpPr>
        <p:spPr>
          <a:xfrm>
            <a:off x="9086499" y="1706400"/>
            <a:ext cx="2720833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33"/>
          </p:nvPr>
        </p:nvSpPr>
        <p:spPr>
          <a:xfrm>
            <a:off x="9086499" y="2146400"/>
            <a:ext cx="2720833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5621666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6185666" y="1706400"/>
            <a:ext cx="5621666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5621666" cy="4236938"/>
          </a:xfrm>
          <a:prstGeom prst="rect">
            <a:avLst/>
          </a:prstGeom>
          <a:noFill/>
        </p:spPr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6185666" y="1706400"/>
            <a:ext cx="5621666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ben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2"/>
          <a:stretch/>
        </p:blipFill>
        <p:spPr>
          <a:xfrm>
            <a:off x="11827683" y="4801345"/>
            <a:ext cx="368496" cy="136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5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6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11423333" cy="2340000"/>
          </a:xfrm>
          <a:prstGeom prst="rect">
            <a:avLst/>
          </a:prstGeom>
          <a:noFill/>
        </p:spPr>
      </p:sp>
      <p:sp>
        <p:nvSpPr>
          <p:cNvPr id="10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4226400"/>
            <a:ext cx="11423333" cy="171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hal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5621666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6185666" y="1706400"/>
            <a:ext cx="5621666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unt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11423333" cy="1600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384000" y="3486400"/>
            <a:ext cx="11423333" cy="245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 hal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5621666" cy="4236938"/>
          </a:xfrm>
          <a:prstGeom prst="rect">
            <a:avLst/>
          </a:prstGeom>
          <a:noFill/>
        </p:spPr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6185666" y="1706400"/>
            <a:ext cx="5621666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streif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8643333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9207333" y="1706400"/>
            <a:ext cx="2600000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treifen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2600000" cy="4236938"/>
          </a:xfrm>
          <a:prstGeom prst="rect">
            <a:avLst/>
          </a:prstGeom>
          <a:noFill/>
        </p:spPr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164000" y="1706400"/>
            <a:ext cx="8643333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zwei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3747777" cy="4236938"/>
          </a:xfrm>
          <a:prstGeom prst="rect">
            <a:avLst/>
          </a:prstGeom>
          <a:noFill/>
        </p:spPr>
      </p:sp>
      <p:sp>
        <p:nvSpPr>
          <p:cNvPr id="9" name="Text Placeholder 2"/>
          <p:cNvSpPr>
            <a:spLocks noGrp="1"/>
          </p:cNvSpPr>
          <p:nvPr>
            <p:ph type="body" idx="50"/>
          </p:nvPr>
        </p:nvSpPr>
        <p:spPr>
          <a:xfrm>
            <a:off x="4311777" y="1706400"/>
            <a:ext cx="365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30"/>
          </p:nvPr>
        </p:nvSpPr>
        <p:spPr>
          <a:xfrm>
            <a:off x="4311777" y="2146400"/>
            <a:ext cx="365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51"/>
          </p:nvPr>
        </p:nvSpPr>
        <p:spPr>
          <a:xfrm>
            <a:off x="8149555" y="1706400"/>
            <a:ext cx="365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31"/>
          </p:nvPr>
        </p:nvSpPr>
        <p:spPr>
          <a:xfrm>
            <a:off x="8149555" y="2146400"/>
            <a:ext cx="365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und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50"/>
          </p:nvPr>
        </p:nvSpPr>
        <p:spPr>
          <a:xfrm>
            <a:off x="384000" y="1706400"/>
            <a:ext cx="365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2146400"/>
            <a:ext cx="365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51"/>
          </p:nvPr>
        </p:nvSpPr>
        <p:spPr>
          <a:xfrm>
            <a:off x="4221777" y="1706400"/>
            <a:ext cx="3657777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31"/>
          </p:nvPr>
        </p:nvSpPr>
        <p:spPr>
          <a:xfrm>
            <a:off x="4221777" y="2146400"/>
            <a:ext cx="3657777" cy="379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Bildplatzhalter 2"/>
          <p:cNvSpPr>
            <a:spLocks noGrp="1"/>
          </p:cNvSpPr>
          <p:nvPr>
            <p:ph type="pic" idx="40"/>
          </p:nvPr>
        </p:nvSpPr>
        <p:spPr>
          <a:xfrm>
            <a:off x="8059555" y="1706400"/>
            <a:ext cx="3747777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ild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2998222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3562222" y="1706400"/>
            <a:ext cx="5066888" cy="4236938"/>
          </a:xfrm>
          <a:prstGeom prst="rect">
            <a:avLst/>
          </a:prstGeom>
          <a:noFill/>
        </p:spPr>
      </p:sp>
      <p:sp>
        <p:nvSpPr>
          <p:cNvPr id="10" name="Content Placeholder 3"/>
          <p:cNvSpPr>
            <a:spLocks noGrp="1"/>
          </p:cNvSpPr>
          <p:nvPr>
            <p:ph sz="half" idx="31"/>
          </p:nvPr>
        </p:nvSpPr>
        <p:spPr>
          <a:xfrm>
            <a:off x="8809110" y="1706400"/>
            <a:ext cx="2998222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3747777" cy="2028469"/>
          </a:xfrm>
          <a:prstGeom prst="rect">
            <a:avLst/>
          </a:prstGeom>
          <a:noFill/>
        </p:spPr>
      </p:sp>
      <p:sp>
        <p:nvSpPr>
          <p:cNvPr id="9" name="Bildplatzhalter 2"/>
          <p:cNvSpPr>
            <a:spLocks noGrp="1"/>
          </p:cNvSpPr>
          <p:nvPr>
            <p:ph type="pic" idx="41"/>
          </p:nvPr>
        </p:nvSpPr>
        <p:spPr>
          <a:xfrm>
            <a:off x="384000" y="3914869"/>
            <a:ext cx="3747777" cy="2028469"/>
          </a:xfrm>
          <a:prstGeom prst="rect">
            <a:avLst/>
          </a:prstGeom>
          <a:noFill/>
        </p:spPr>
      </p:sp>
      <p:sp>
        <p:nvSpPr>
          <p:cNvPr id="10" name="Content Placeholder 3"/>
          <p:cNvSpPr>
            <a:spLocks noGrp="1"/>
          </p:cNvSpPr>
          <p:nvPr>
            <p:ph sz="half" idx="30"/>
          </p:nvPr>
        </p:nvSpPr>
        <p:spPr>
          <a:xfrm>
            <a:off x="4311777" y="1706400"/>
            <a:ext cx="7495555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zwei Bilder nebeneinan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4569333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5133333" y="1706400"/>
            <a:ext cx="3246999" cy="4236938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1"/>
          </p:nvPr>
        </p:nvSpPr>
        <p:spPr>
          <a:xfrm>
            <a:off x="8560333" y="1706400"/>
            <a:ext cx="3246999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cheln mi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3747777" cy="202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384000" y="3914869"/>
            <a:ext cx="3747777" cy="2028469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1"/>
          </p:nvPr>
        </p:nvSpPr>
        <p:spPr>
          <a:xfrm>
            <a:off x="4311777" y="1706400"/>
            <a:ext cx="7495555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3687777" cy="2100000"/>
          </a:xfrm>
          <a:prstGeom prst="rect">
            <a:avLst/>
          </a:prstGeom>
          <a:noFill/>
        </p:spPr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3986400"/>
            <a:ext cx="3687777" cy="19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Bildplatzhalter 2"/>
          <p:cNvSpPr>
            <a:spLocks noGrp="1"/>
          </p:cNvSpPr>
          <p:nvPr>
            <p:ph type="pic" idx="41"/>
          </p:nvPr>
        </p:nvSpPr>
        <p:spPr>
          <a:xfrm>
            <a:off x="4251777" y="1706400"/>
            <a:ext cx="3687777" cy="2100000"/>
          </a:xfrm>
          <a:prstGeom prst="rect">
            <a:avLst/>
          </a:prstGeom>
          <a:noFill/>
        </p:spPr>
      </p:sp>
      <p:sp>
        <p:nvSpPr>
          <p:cNvPr id="11" name="Content Placeholder 3"/>
          <p:cNvSpPr>
            <a:spLocks noGrp="1"/>
          </p:cNvSpPr>
          <p:nvPr>
            <p:ph sz="half" idx="31"/>
          </p:nvPr>
        </p:nvSpPr>
        <p:spPr>
          <a:xfrm>
            <a:off x="4251777" y="3986400"/>
            <a:ext cx="3687777" cy="19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Bildplatzhalter 2"/>
          <p:cNvSpPr>
            <a:spLocks noGrp="1"/>
          </p:cNvSpPr>
          <p:nvPr>
            <p:ph type="pic" idx="42"/>
          </p:nvPr>
        </p:nvSpPr>
        <p:spPr>
          <a:xfrm>
            <a:off x="8119555" y="1706400"/>
            <a:ext cx="3687777" cy="2100000"/>
          </a:xfrm>
          <a:prstGeom prst="rect">
            <a:avLst/>
          </a:prstGeom>
          <a:noFill/>
        </p:spPr>
      </p:sp>
      <p:sp>
        <p:nvSpPr>
          <p:cNvPr id="13" name="Content Placeholder 3"/>
          <p:cNvSpPr>
            <a:spLocks noGrp="1"/>
          </p:cNvSpPr>
          <p:nvPr>
            <p:ph sz="half" idx="32"/>
          </p:nvPr>
        </p:nvSpPr>
        <p:spPr>
          <a:xfrm>
            <a:off x="8119555" y="3986400"/>
            <a:ext cx="3687777" cy="19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drei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11423333" cy="1500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384000" y="3386400"/>
            <a:ext cx="3687777" cy="2556938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1"/>
          </p:nvPr>
        </p:nvSpPr>
        <p:spPr>
          <a:xfrm>
            <a:off x="4251777" y="3386400"/>
            <a:ext cx="3687777" cy="2556938"/>
          </a:xfrm>
          <a:prstGeom prst="rect">
            <a:avLst/>
          </a:prstGeom>
          <a:noFill/>
        </p:spPr>
      </p:sp>
      <p:sp>
        <p:nvSpPr>
          <p:cNvPr id="11" name="Bildplatzhalter 2"/>
          <p:cNvSpPr>
            <a:spLocks noGrp="1"/>
          </p:cNvSpPr>
          <p:nvPr>
            <p:ph type="pic" idx="42"/>
          </p:nvPr>
        </p:nvSpPr>
        <p:spPr>
          <a:xfrm>
            <a:off x="8119555" y="3386400"/>
            <a:ext cx="3687777" cy="255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cheln groß mi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5621666" cy="4236938"/>
          </a:xfrm>
          <a:prstGeom prst="rect">
            <a:avLst/>
          </a:prstGeom>
          <a:noFill/>
        </p:spPr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6185666" y="1706400"/>
            <a:ext cx="5621666" cy="202846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Bildplatzhalter 2"/>
          <p:cNvSpPr>
            <a:spLocks noGrp="1"/>
          </p:cNvSpPr>
          <p:nvPr>
            <p:ph type="pic" idx="41"/>
          </p:nvPr>
        </p:nvSpPr>
        <p:spPr>
          <a:xfrm>
            <a:off x="6185666" y="3914869"/>
            <a:ext cx="2720833" cy="2028469"/>
          </a:xfrm>
          <a:prstGeom prst="rect">
            <a:avLst/>
          </a:prstGeom>
          <a:noFill/>
        </p:spPr>
      </p:sp>
      <p:sp>
        <p:nvSpPr>
          <p:cNvPr id="11" name="Bildplatzhalter 2"/>
          <p:cNvSpPr>
            <a:spLocks noGrp="1"/>
          </p:cNvSpPr>
          <p:nvPr>
            <p:ph type="pic" idx="42"/>
          </p:nvPr>
        </p:nvSpPr>
        <p:spPr>
          <a:xfrm>
            <a:off x="9086499" y="3914869"/>
            <a:ext cx="2720833" cy="2028469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ben und drei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11423333" cy="1900000"/>
          </a:xfrm>
          <a:prstGeom prst="rect">
            <a:avLst/>
          </a:prstGeom>
          <a:noFill/>
        </p:spPr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3786400"/>
            <a:ext cx="3687777" cy="21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31"/>
          </p:nvPr>
        </p:nvSpPr>
        <p:spPr>
          <a:xfrm>
            <a:off x="4251777" y="3786400"/>
            <a:ext cx="3687777" cy="21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32"/>
          </p:nvPr>
        </p:nvSpPr>
        <p:spPr>
          <a:xfrm>
            <a:off x="8119555" y="3786400"/>
            <a:ext cx="3687777" cy="21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und Bild unt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5621666" cy="1700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31"/>
          </p:nvPr>
        </p:nvSpPr>
        <p:spPr>
          <a:xfrm>
            <a:off x="6185666" y="1706400"/>
            <a:ext cx="5621666" cy="1700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Bildplatzhalter 2"/>
          <p:cNvSpPr>
            <a:spLocks noGrp="1"/>
          </p:cNvSpPr>
          <p:nvPr>
            <p:ph type="pic" idx="40"/>
          </p:nvPr>
        </p:nvSpPr>
        <p:spPr>
          <a:xfrm>
            <a:off x="384000" y="3586400"/>
            <a:ext cx="11423333" cy="235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oben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3687777" cy="2000000"/>
          </a:xfrm>
          <a:prstGeom prst="rect">
            <a:avLst/>
          </a:prstGeom>
          <a:noFill/>
        </p:spPr>
      </p:sp>
      <p:sp>
        <p:nvSpPr>
          <p:cNvPr id="9" name="Bildplatzhalter 2"/>
          <p:cNvSpPr>
            <a:spLocks noGrp="1"/>
          </p:cNvSpPr>
          <p:nvPr>
            <p:ph type="pic" idx="41"/>
          </p:nvPr>
        </p:nvSpPr>
        <p:spPr>
          <a:xfrm>
            <a:off x="4251777" y="1706400"/>
            <a:ext cx="3687777" cy="2000000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2"/>
          </p:nvPr>
        </p:nvSpPr>
        <p:spPr>
          <a:xfrm>
            <a:off x="8119555" y="1706400"/>
            <a:ext cx="3687777" cy="2000000"/>
          </a:xfrm>
          <a:prstGeom prst="rect">
            <a:avLst/>
          </a:prstGeom>
          <a:noFill/>
        </p:spPr>
      </p:sp>
      <p:sp>
        <p:nvSpPr>
          <p:cNvPr id="11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3886400"/>
            <a:ext cx="11423333" cy="20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vier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1706400"/>
            <a:ext cx="4569333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40"/>
          </p:nvPr>
        </p:nvSpPr>
        <p:spPr>
          <a:xfrm>
            <a:off x="5133333" y="1706400"/>
            <a:ext cx="3246999" cy="2028469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1"/>
          </p:nvPr>
        </p:nvSpPr>
        <p:spPr>
          <a:xfrm>
            <a:off x="8560333" y="1706400"/>
            <a:ext cx="3246999" cy="2028469"/>
          </a:xfrm>
          <a:prstGeom prst="rect">
            <a:avLst/>
          </a:prstGeom>
          <a:noFill/>
        </p:spPr>
      </p:sp>
      <p:sp>
        <p:nvSpPr>
          <p:cNvPr id="11" name="Bildplatzhalter 2"/>
          <p:cNvSpPr>
            <a:spLocks noGrp="1"/>
          </p:cNvSpPr>
          <p:nvPr>
            <p:ph type="pic" idx="42"/>
          </p:nvPr>
        </p:nvSpPr>
        <p:spPr>
          <a:xfrm>
            <a:off x="5133333" y="3914869"/>
            <a:ext cx="3246999" cy="2028469"/>
          </a:xfrm>
          <a:prstGeom prst="rect">
            <a:avLst/>
          </a:prstGeom>
          <a:noFill/>
        </p:spPr>
      </p:sp>
      <p:sp>
        <p:nvSpPr>
          <p:cNvPr id="12" name="Bildplatzhalter 2"/>
          <p:cNvSpPr>
            <a:spLocks noGrp="1"/>
          </p:cNvSpPr>
          <p:nvPr>
            <p:ph type="pic" idx="43"/>
          </p:nvPr>
        </p:nvSpPr>
        <p:spPr>
          <a:xfrm>
            <a:off x="8560333" y="3914869"/>
            <a:ext cx="3246999" cy="2028469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2720833" cy="1900000"/>
          </a:xfrm>
          <a:prstGeom prst="rect">
            <a:avLst/>
          </a:prstGeom>
          <a:noFill/>
        </p:spPr>
      </p:sp>
      <p:sp>
        <p:nvSpPr>
          <p:cNvPr id="9" name="Content Placeholder 3"/>
          <p:cNvSpPr>
            <a:spLocks noGrp="1"/>
          </p:cNvSpPr>
          <p:nvPr>
            <p:ph sz="half" idx="30"/>
          </p:nvPr>
        </p:nvSpPr>
        <p:spPr>
          <a:xfrm>
            <a:off x="384000" y="3786400"/>
            <a:ext cx="2720833" cy="21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Bildplatzhalter 2"/>
          <p:cNvSpPr>
            <a:spLocks noGrp="1"/>
          </p:cNvSpPr>
          <p:nvPr>
            <p:ph type="pic" idx="41"/>
          </p:nvPr>
        </p:nvSpPr>
        <p:spPr>
          <a:xfrm>
            <a:off x="3284833" y="1706400"/>
            <a:ext cx="2720833" cy="1900000"/>
          </a:xfrm>
          <a:prstGeom prst="rect">
            <a:avLst/>
          </a:prstGeom>
          <a:noFill/>
        </p:spPr>
      </p:sp>
      <p:sp>
        <p:nvSpPr>
          <p:cNvPr id="11" name="Content Placeholder 3"/>
          <p:cNvSpPr>
            <a:spLocks noGrp="1"/>
          </p:cNvSpPr>
          <p:nvPr>
            <p:ph sz="half" idx="31"/>
          </p:nvPr>
        </p:nvSpPr>
        <p:spPr>
          <a:xfrm>
            <a:off x="3284833" y="3786400"/>
            <a:ext cx="2720833" cy="21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Bildplatzhalter 2"/>
          <p:cNvSpPr>
            <a:spLocks noGrp="1"/>
          </p:cNvSpPr>
          <p:nvPr>
            <p:ph type="pic" idx="42"/>
          </p:nvPr>
        </p:nvSpPr>
        <p:spPr>
          <a:xfrm>
            <a:off x="6185666" y="1706400"/>
            <a:ext cx="2720833" cy="1900000"/>
          </a:xfrm>
          <a:prstGeom prst="rect">
            <a:avLst/>
          </a:prstGeom>
          <a:noFill/>
        </p:spPr>
      </p:sp>
      <p:sp>
        <p:nvSpPr>
          <p:cNvPr id="13" name="Content Placeholder 3"/>
          <p:cNvSpPr>
            <a:spLocks noGrp="1"/>
          </p:cNvSpPr>
          <p:nvPr>
            <p:ph sz="half" idx="32"/>
          </p:nvPr>
        </p:nvSpPr>
        <p:spPr>
          <a:xfrm>
            <a:off x="6185666" y="3786400"/>
            <a:ext cx="2720833" cy="21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4" name="Bildplatzhalter 2"/>
          <p:cNvSpPr>
            <a:spLocks noGrp="1"/>
          </p:cNvSpPr>
          <p:nvPr>
            <p:ph type="pic" idx="43"/>
          </p:nvPr>
        </p:nvSpPr>
        <p:spPr>
          <a:xfrm>
            <a:off x="9086499" y="1706400"/>
            <a:ext cx="2720833" cy="1900000"/>
          </a:xfrm>
          <a:prstGeom prst="rect">
            <a:avLst/>
          </a:prstGeom>
          <a:noFill/>
        </p:spPr>
      </p:sp>
      <p:sp>
        <p:nvSpPr>
          <p:cNvPr id="15" name="Content Placeholder 3"/>
          <p:cNvSpPr>
            <a:spLocks noGrp="1"/>
          </p:cNvSpPr>
          <p:nvPr>
            <p:ph sz="half" idx="33"/>
          </p:nvPr>
        </p:nvSpPr>
        <p:spPr>
          <a:xfrm>
            <a:off x="9086499" y="3786400"/>
            <a:ext cx="2720833" cy="215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s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11423333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große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5621666" cy="4236938"/>
          </a:xfrm>
          <a:prstGeom prst="rect">
            <a:avLst/>
          </a:prstGeom>
          <a:noFill/>
        </p:spPr>
      </p:sp>
      <p:sp>
        <p:nvSpPr>
          <p:cNvPr id="9" name="Bildplatzhalter 2"/>
          <p:cNvSpPr>
            <a:spLocks noGrp="1"/>
          </p:cNvSpPr>
          <p:nvPr>
            <p:ph type="pic" idx="41"/>
          </p:nvPr>
        </p:nvSpPr>
        <p:spPr>
          <a:xfrm>
            <a:off x="6185666" y="1706400"/>
            <a:ext cx="5621666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schmal und bre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3747777" cy="4236938"/>
          </a:xfrm>
          <a:prstGeom prst="rect">
            <a:avLst/>
          </a:prstGeom>
          <a:noFill/>
        </p:spPr>
      </p:sp>
      <p:sp>
        <p:nvSpPr>
          <p:cNvPr id="9" name="Bildplatzhalter 2"/>
          <p:cNvSpPr>
            <a:spLocks noGrp="1"/>
          </p:cNvSpPr>
          <p:nvPr>
            <p:ph type="pic" idx="41"/>
          </p:nvPr>
        </p:nvSpPr>
        <p:spPr>
          <a:xfrm>
            <a:off x="4311777" y="1706400"/>
            <a:ext cx="7495555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kachel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7495555" cy="4236938"/>
          </a:xfrm>
          <a:prstGeom prst="rect">
            <a:avLst/>
          </a:prstGeom>
          <a:noFill/>
        </p:spPr>
      </p:sp>
      <p:sp>
        <p:nvSpPr>
          <p:cNvPr id="9" name="Bildplatzhalter 2"/>
          <p:cNvSpPr>
            <a:spLocks noGrp="1"/>
          </p:cNvSpPr>
          <p:nvPr>
            <p:ph type="pic" idx="41"/>
          </p:nvPr>
        </p:nvSpPr>
        <p:spPr>
          <a:xfrm>
            <a:off x="8059555" y="1706400"/>
            <a:ext cx="3747777" cy="2028469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2"/>
          </p:nvPr>
        </p:nvSpPr>
        <p:spPr>
          <a:xfrm>
            <a:off x="8059555" y="3914869"/>
            <a:ext cx="3747777" cy="2028469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3687777" cy="4236938"/>
          </a:xfrm>
          <a:prstGeom prst="rect">
            <a:avLst/>
          </a:prstGeom>
          <a:noFill/>
        </p:spPr>
      </p:sp>
      <p:sp>
        <p:nvSpPr>
          <p:cNvPr id="9" name="Bildplatzhalter 2"/>
          <p:cNvSpPr>
            <a:spLocks noGrp="1"/>
          </p:cNvSpPr>
          <p:nvPr>
            <p:ph type="pic" idx="41"/>
          </p:nvPr>
        </p:nvSpPr>
        <p:spPr>
          <a:xfrm>
            <a:off x="4251777" y="1706400"/>
            <a:ext cx="3687777" cy="4236938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2"/>
          </p:nvPr>
        </p:nvSpPr>
        <p:spPr>
          <a:xfrm>
            <a:off x="8119555" y="1706400"/>
            <a:ext cx="3687777" cy="4236938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4" name="Datumsplatzhalter 6"/>
          <p:cNvSpPr>
            <a:spLocks noGrp="1"/>
          </p:cNvSpPr>
          <p:nvPr>
            <p:ph type="dt" sz="half" idx="24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5" name="Fußzeilenplatzhalter 14"/>
          <p:cNvSpPr>
            <a:spLocks noGrp="1"/>
          </p:cNvSpPr>
          <p:nvPr>
            <p:ph type="ftr" sz="quarter" idx="25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15"/>
          <p:cNvSpPr>
            <a:spLocks noGrp="1"/>
          </p:cNvSpPr>
          <p:nvPr>
            <p:ph type="sldNum" sz="quarter" idx="26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0" y="1206788"/>
            <a:ext cx="1142333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3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40"/>
          </p:nvPr>
        </p:nvSpPr>
        <p:spPr>
          <a:xfrm>
            <a:off x="384000" y="1706400"/>
            <a:ext cx="5621666" cy="2028469"/>
          </a:xfrm>
          <a:prstGeom prst="rect">
            <a:avLst/>
          </a:prstGeom>
          <a:noFill/>
        </p:spPr>
      </p:sp>
      <p:sp>
        <p:nvSpPr>
          <p:cNvPr id="9" name="Bildplatzhalter 2"/>
          <p:cNvSpPr>
            <a:spLocks noGrp="1"/>
          </p:cNvSpPr>
          <p:nvPr>
            <p:ph type="pic" idx="41"/>
          </p:nvPr>
        </p:nvSpPr>
        <p:spPr>
          <a:xfrm>
            <a:off x="6185666" y="1706400"/>
            <a:ext cx="5621666" cy="2028469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42"/>
          </p:nvPr>
        </p:nvSpPr>
        <p:spPr>
          <a:xfrm>
            <a:off x="384000" y="3914869"/>
            <a:ext cx="5621666" cy="2028469"/>
          </a:xfrm>
          <a:prstGeom prst="rect">
            <a:avLst/>
          </a:prstGeom>
          <a:noFill/>
        </p:spPr>
      </p:sp>
      <p:sp>
        <p:nvSpPr>
          <p:cNvPr id="11" name="Bildplatzhalter 2"/>
          <p:cNvSpPr>
            <a:spLocks noGrp="1"/>
          </p:cNvSpPr>
          <p:nvPr>
            <p:ph type="pic" idx="43"/>
          </p:nvPr>
        </p:nvSpPr>
        <p:spPr>
          <a:xfrm>
            <a:off x="6185666" y="3914869"/>
            <a:ext cx="5621666" cy="2028469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2.xml"/><Relationship Id="rId45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4.xml"/><Relationship Id="rId47" Type="http://schemas.openxmlformats.org/officeDocument/2006/relationships/slideLayout" Target="../slideLayouts/slideLayout45.xml"/><Relationship Id="rId48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48.xml"/><Relationship Id="rId51" Type="http://schemas.openxmlformats.org/officeDocument/2006/relationships/slideLayout" Target="../slideLayouts/slideLayout49.xml"/><Relationship Id="rId52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003" y="1260000"/>
            <a:ext cx="11455932" cy="460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"/>
          </p:nvPr>
        </p:nvSpPr>
        <p:spPr>
          <a:xfrm>
            <a:off x="478308" y="6406748"/>
            <a:ext cx="1440001" cy="149779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3"/>
          </p:nvPr>
        </p:nvSpPr>
        <p:spPr>
          <a:xfrm>
            <a:off x="478307" y="6243576"/>
            <a:ext cx="11455932" cy="172821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16" name="Foliennummernplatzhalter 15"/>
          <p:cNvSpPr>
            <a:spLocks noGrp="1"/>
          </p:cNvSpPr>
          <p:nvPr>
            <p:ph type="sldNum" sz="quarter" idx="4"/>
          </p:nvPr>
        </p:nvSpPr>
        <p:spPr>
          <a:xfrm>
            <a:off x="478305" y="6572868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423" y="351797"/>
            <a:ext cx="1440880" cy="5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0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9" r:id="rId2"/>
    <p:sldLayoutId id="2147483672" r:id="rId3"/>
    <p:sldLayoutId id="2147483680" r:id="rId4"/>
    <p:sldLayoutId id="2147483678" r:id="rId5"/>
    <p:sldLayoutId id="2147483665" r:id="rId6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1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3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D74066E-A909-7553-3CF5-35EAD7EE401C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828CCD-5012-C744-24BC-9EB1253FE8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AA5658-D1C2-931F-0647-C9671A0B742C}"/>
              </a:ext>
            </a:extLst>
          </p:cNvPr>
          <p:cNvSpPr>
            <a:spLocks noGrp="1"/>
          </p:cNvSpPr>
          <p:nvPr>
            <p:ph type="pic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6E4F026-B60E-E38D-A0FD-C7709A97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CBC7CD-D16D-5FEE-F0EC-7316D6274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BCCA5E3-D782-BDB7-4F07-29BDEE07CC2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647EF87-0067-4803-B202-6629D261B2DB}" type="datetime1">
              <a:rPr lang="de-DE" smtClean="0"/>
              <a:t>03.04.2026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150C926-F258-F581-663B-1EFB6315F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1415BE2-898F-4785-7140-C2F4F4C43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50D60-1725-467F-8419-6667873192D6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9514650"/>
      </p:ext>
    </p:extLst>
  </p:cSld>
  <p:clrMapOvr>
    <a:masterClrMapping/>
  </p:clrMapOvr>
</p:sld>
</file>

<file path=ppt/theme/theme1.xml><?xml version="1.0" encoding="utf-8"?>
<a:theme xmlns:a="http://schemas.openxmlformats.org/drawingml/2006/main" name="Th Lübeck Design 4:3">
  <a:themeElements>
    <a:clrScheme name="TH Luebeck Farben 2024">
      <a:dk1>
        <a:srgbClr val="000000"/>
      </a:dk1>
      <a:lt1>
        <a:srgbClr val="FFFFFF"/>
      </a:lt1>
      <a:dk2>
        <a:srgbClr val="E4003A"/>
      </a:dk2>
      <a:lt2>
        <a:srgbClr val="D4C1B2"/>
      </a:lt2>
      <a:accent1>
        <a:srgbClr val="004261"/>
      </a:accent1>
      <a:accent2>
        <a:srgbClr val="FBBC33"/>
      </a:accent2>
      <a:accent3>
        <a:srgbClr val="7CC5AD"/>
      </a:accent3>
      <a:accent4>
        <a:srgbClr val="751248"/>
      </a:accent4>
      <a:accent5>
        <a:srgbClr val="729DBF"/>
      </a:accent5>
      <a:accent6>
        <a:srgbClr val="BCCF00"/>
      </a:accent6>
      <a:hlink>
        <a:srgbClr val="E4003A"/>
      </a:hlink>
      <a:folHlink>
        <a:srgbClr val="4B5459"/>
      </a:folHlink>
    </a:clrScheme>
    <a:fontScheme name="TH Fließtex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45720" rIns="91440" bIns="45720" rtlCol="0" anchor="ctr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</Words>
  <Application>Microsoft Office PowerPoint</Application>
  <PresentationFormat>Breitbild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Th Lübeck Design 4:3</vt:lpstr>
      <vt:lpstr>PowerPoint-Präsentation</vt:lpstr>
    </vt:vector>
  </TitlesOfParts>
  <Company>Fachhochschule Lübeck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Wulf, Linda Lu</dc:creator>
  <cp:lastModifiedBy>Hamid M.</cp:lastModifiedBy>
  <cp:revision>158</cp:revision>
  <cp:lastPrinted>2018-05-31T11:04:23Z</cp:lastPrinted>
  <dcterms:created xsi:type="dcterms:W3CDTF">2015-07-28T12:12:22Z</dcterms:created>
  <dcterms:modified xsi:type="dcterms:W3CDTF">2026-04-03T20:11:41Z</dcterms:modified>
</cp:coreProperties>
</file>