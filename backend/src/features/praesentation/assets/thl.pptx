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56" r:id="rId2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3434"/>
    <a:srgbClr val="FF3434"/>
    <a:srgbClr val="FFFFFF"/>
    <a:srgbClr val="E7343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9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223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0" d="100"/>
          <a:sy n="90" d="100"/>
        </p:scale>
        <p:origin x="4124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2A46F1-A91B-4464-BB68-EAF86F9E9A67}" type="datetimeFigureOut">
              <a:rPr lang="de-DE" smtClean="0"/>
              <a:t>03.04.2026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D561D0-8A1C-4D91-A04C-7858106555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998656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A3B97C-D1AA-44E7-8716-F8FE24133022}" type="datetimeFigureOut">
              <a:rPr lang="de-DE" smtClean="0"/>
              <a:t>03.04.2026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6DC3E7-6719-46DF-95DD-DE7CCF74269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4195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fik 3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75"/>
          <a:stretch/>
        </p:blipFill>
        <p:spPr>
          <a:xfrm>
            <a:off x="4548" y="712944"/>
            <a:ext cx="894179" cy="1368000"/>
          </a:xfrm>
          <a:prstGeom prst="rect">
            <a:avLst/>
          </a:prstGeom>
        </p:spPr>
      </p:pic>
      <p:sp>
        <p:nvSpPr>
          <p:cNvPr id="2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384001" y="308727"/>
            <a:ext cx="9318017" cy="360000"/>
          </a:xfrm>
        </p:spPr>
        <p:txBody>
          <a:bodyPr anchor="t"/>
          <a:lstStyle>
            <a:lvl1pPr marL="0" indent="0">
              <a:buNone/>
              <a:defRPr lang="en-US" sz="1100" b="1" kern="1200" cap="all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de-DE" dirty="0"/>
              <a:t>Kapiteltitel</a:t>
            </a:r>
            <a:endParaRPr lang="en-US" dirty="0"/>
          </a:p>
        </p:txBody>
      </p:sp>
      <p:pic>
        <p:nvPicPr>
          <p:cNvPr id="32" name="Grafik 3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81626"/>
            <a:ext cx="12192000" cy="1368000"/>
          </a:xfrm>
          <a:prstGeom prst="rect">
            <a:avLst/>
          </a:prstGeom>
        </p:spPr>
      </p:pic>
      <p:sp>
        <p:nvSpPr>
          <p:cNvPr id="33" name="Rechteck 32"/>
          <p:cNvSpPr/>
          <p:nvPr userDrawn="1"/>
        </p:nvSpPr>
        <p:spPr>
          <a:xfrm>
            <a:off x="0" y="3115488"/>
            <a:ext cx="11788382" cy="136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2"/>
              </a:solidFill>
            </a:endParaRPr>
          </a:p>
        </p:txBody>
      </p:sp>
      <p:sp>
        <p:nvSpPr>
          <p:cNvPr id="34" name="Rechteck 33"/>
          <p:cNvSpPr/>
          <p:nvPr userDrawn="1"/>
        </p:nvSpPr>
        <p:spPr>
          <a:xfrm>
            <a:off x="0" y="4476620"/>
            <a:ext cx="11788382" cy="140506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2"/>
              </a:solidFill>
            </a:endParaRPr>
          </a:p>
        </p:txBody>
      </p:sp>
      <p:pic>
        <p:nvPicPr>
          <p:cNvPr id="35" name="Grafik 34"/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540"/>
          <a:stretch/>
        </p:blipFill>
        <p:spPr>
          <a:xfrm>
            <a:off x="11788382" y="3436842"/>
            <a:ext cx="403618" cy="1368000"/>
          </a:xfrm>
          <a:prstGeom prst="rect">
            <a:avLst/>
          </a:prstGeom>
        </p:spPr>
      </p:pic>
      <p:sp>
        <p:nvSpPr>
          <p:cNvPr id="36" name="Textplatzhalter 4"/>
          <p:cNvSpPr>
            <a:spLocks noGrp="1"/>
          </p:cNvSpPr>
          <p:nvPr>
            <p:ph type="body" sz="quarter" idx="23" hasCustomPrompt="1"/>
          </p:nvPr>
        </p:nvSpPr>
        <p:spPr>
          <a:xfrm>
            <a:off x="5363847" y="6612726"/>
            <a:ext cx="6502459" cy="140685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10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100">
                <a:latin typeface="+mn-lt"/>
              </a:defRPr>
            </a:lvl2pPr>
            <a:lvl3pPr marL="914400" indent="0">
              <a:buNone/>
              <a:defRPr sz="1100">
                <a:latin typeface="+mn-lt"/>
              </a:defRPr>
            </a:lvl3pPr>
            <a:lvl4pPr marL="1371600" indent="0">
              <a:buNone/>
              <a:defRPr sz="1100">
                <a:latin typeface="+mn-lt"/>
              </a:defRPr>
            </a:lvl4pPr>
            <a:lvl5pPr marL="1828800" indent="0">
              <a:buNone/>
              <a:defRPr sz="1100">
                <a:latin typeface="+mn-lt"/>
              </a:defRPr>
            </a:lvl5pPr>
          </a:lstStyle>
          <a:p>
            <a:pPr lvl="0"/>
            <a:r>
              <a:rPr lang="de-DE" dirty="0"/>
              <a:t>Quellenangaben:</a:t>
            </a:r>
          </a:p>
        </p:txBody>
      </p:sp>
      <p:pic>
        <p:nvPicPr>
          <p:cNvPr id="38" name="Grafik 37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06"/>
          <a:stretch/>
        </p:blipFill>
        <p:spPr>
          <a:xfrm>
            <a:off x="8510953" y="4801345"/>
            <a:ext cx="3681047" cy="1368000"/>
          </a:xfrm>
          <a:prstGeom prst="rect">
            <a:avLst/>
          </a:prstGeom>
        </p:spPr>
      </p:pic>
      <p:sp>
        <p:nvSpPr>
          <p:cNvPr id="42" name="Bildplatzhalter 2"/>
          <p:cNvSpPr>
            <a:spLocks noGrp="1"/>
          </p:cNvSpPr>
          <p:nvPr>
            <p:ph type="pic" idx="26"/>
          </p:nvPr>
        </p:nvSpPr>
        <p:spPr>
          <a:xfrm>
            <a:off x="478902" y="1049575"/>
            <a:ext cx="11713097" cy="3101629"/>
          </a:xfrm>
          <a:prstGeom prst="rect">
            <a:avLst/>
          </a:prstGeom>
          <a:noFill/>
        </p:spPr>
      </p:sp>
      <p:sp>
        <p:nvSpPr>
          <p:cNvPr id="43" name="Title 1"/>
          <p:cNvSpPr>
            <a:spLocks noGrp="1"/>
          </p:cNvSpPr>
          <p:nvPr>
            <p:ph type="title" hasCustomPrompt="1"/>
          </p:nvPr>
        </p:nvSpPr>
        <p:spPr>
          <a:xfrm>
            <a:off x="408175" y="4381997"/>
            <a:ext cx="11124462" cy="1000476"/>
          </a:xfrm>
          <a:prstGeom prst="rect">
            <a:avLst/>
          </a:prstGeom>
          <a:noFill/>
        </p:spPr>
        <p:txBody>
          <a:bodyPr wrap="square" lIns="72000" tIns="216000" rIns="144000" bIns="216000" anchor="t" anchorCtr="0">
            <a:spAutoFit/>
          </a:bodyPr>
          <a:lstStyle>
            <a:lvl1pPr algn="l">
              <a:lnSpc>
                <a:spcPts val="4400"/>
              </a:lnSpc>
              <a:tabLst>
                <a:tab pos="1254125" algn="l"/>
              </a:tabLst>
              <a:defRPr lang="de-DE" sz="4400" b="1" kern="1200" cap="all" baseline="0" smtClean="0">
                <a:solidFill>
                  <a:schemeClr val="bg1"/>
                </a:solidFill>
                <a:effectLst/>
                <a:latin typeface="+mn-lt"/>
                <a:ea typeface="+mj-ea"/>
                <a:cs typeface="+mj-cs"/>
              </a:defRPr>
            </a:lvl1pPr>
          </a:lstStyle>
          <a:p>
            <a:r>
              <a:rPr lang="de-DE" dirty="0"/>
              <a:t>TITEL HIER</a:t>
            </a:r>
            <a:endParaRPr lang="en-US" dirty="0"/>
          </a:p>
        </p:txBody>
      </p:sp>
      <p:sp>
        <p:nvSpPr>
          <p:cNvPr id="44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8175" y="5335715"/>
            <a:ext cx="11124462" cy="360000"/>
          </a:xfrm>
        </p:spPr>
        <p:txBody>
          <a:bodyPr anchor="b"/>
          <a:lstStyle>
            <a:lvl1pPr marL="0" indent="0">
              <a:buNone/>
              <a:defRPr sz="2000" b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16" name="Datumsplatzhalter 6"/>
          <p:cNvSpPr>
            <a:spLocks noGrp="1"/>
          </p:cNvSpPr>
          <p:nvPr>
            <p:ph type="dt" sz="half" idx="2"/>
          </p:nvPr>
        </p:nvSpPr>
        <p:spPr>
          <a:xfrm>
            <a:off x="478308" y="6406748"/>
            <a:ext cx="1440001" cy="149779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9647EF87-0067-4803-B202-6629D261B2DB}" type="datetime1">
              <a:rPr lang="de-DE" smtClean="0"/>
              <a:t>03.04.2026</a:t>
            </a:fld>
            <a:endParaRPr lang="de-DE" dirty="0"/>
          </a:p>
        </p:txBody>
      </p:sp>
      <p:sp>
        <p:nvSpPr>
          <p:cNvPr id="17" name="Fußzeilenplatzhalter 14"/>
          <p:cNvSpPr>
            <a:spLocks noGrp="1"/>
          </p:cNvSpPr>
          <p:nvPr>
            <p:ph type="ftr" sz="quarter" idx="3"/>
          </p:nvPr>
        </p:nvSpPr>
        <p:spPr>
          <a:xfrm>
            <a:off x="478307" y="6243576"/>
            <a:ext cx="11455932" cy="172821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 b="1">
                <a:solidFill>
                  <a:schemeClr val="tx1"/>
                </a:solidFill>
              </a:defRPr>
            </a:lvl1pPr>
          </a:lstStyle>
          <a:p>
            <a:r>
              <a:rPr lang="de-DE"/>
              <a:t>Fußzeile</a:t>
            </a:r>
            <a:endParaRPr lang="de-DE" dirty="0"/>
          </a:p>
        </p:txBody>
      </p:sp>
      <p:sp>
        <p:nvSpPr>
          <p:cNvPr id="18" name="Foliennummernplatzhalter 15"/>
          <p:cNvSpPr>
            <a:spLocks noGrp="1"/>
          </p:cNvSpPr>
          <p:nvPr>
            <p:ph type="sldNum" sz="quarter" idx="4"/>
          </p:nvPr>
        </p:nvSpPr>
        <p:spPr>
          <a:xfrm>
            <a:off x="478305" y="6572868"/>
            <a:ext cx="2785987" cy="123652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17950D60-1725-467F-8419-6667873192D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50012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2"/>
          <p:cNvSpPr>
            <a:spLocks noGrp="1"/>
          </p:cNvSpPr>
          <p:nvPr>
            <p:ph type="body" idx="24" hasCustomPrompt="1"/>
          </p:nvPr>
        </p:nvSpPr>
        <p:spPr>
          <a:xfrm>
            <a:off x="384001" y="308727"/>
            <a:ext cx="11492875" cy="360000"/>
          </a:xfrm>
        </p:spPr>
        <p:txBody>
          <a:bodyPr anchor="t"/>
          <a:lstStyle>
            <a:lvl1pPr marL="0" indent="0">
              <a:buNone/>
              <a:defRPr lang="en-US" sz="1100" b="1" kern="1200" cap="all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de-DE" dirty="0"/>
              <a:t>Kapiteltitel</a:t>
            </a:r>
            <a:endParaRPr lang="en-US" dirty="0"/>
          </a:p>
        </p:txBody>
      </p:sp>
      <p:sp>
        <p:nvSpPr>
          <p:cNvPr id="10" name="Textplatzhalter 4"/>
          <p:cNvSpPr>
            <a:spLocks noGrp="1"/>
          </p:cNvSpPr>
          <p:nvPr>
            <p:ph type="body" sz="quarter" idx="23" hasCustomPrompt="1"/>
          </p:nvPr>
        </p:nvSpPr>
        <p:spPr>
          <a:xfrm>
            <a:off x="5363847" y="6612726"/>
            <a:ext cx="6502459" cy="140685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10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100">
                <a:latin typeface="+mn-lt"/>
              </a:defRPr>
            </a:lvl2pPr>
            <a:lvl3pPr marL="914400" indent="0">
              <a:buNone/>
              <a:defRPr sz="1100">
                <a:latin typeface="+mn-lt"/>
              </a:defRPr>
            </a:lvl3pPr>
            <a:lvl4pPr marL="1371600" indent="0">
              <a:buNone/>
              <a:defRPr sz="1100">
                <a:latin typeface="+mn-lt"/>
              </a:defRPr>
            </a:lvl4pPr>
            <a:lvl5pPr marL="1828800" indent="0">
              <a:buNone/>
              <a:defRPr sz="1100">
                <a:latin typeface="+mn-lt"/>
              </a:defRPr>
            </a:lvl5pPr>
          </a:lstStyle>
          <a:p>
            <a:pPr lvl="0"/>
            <a:r>
              <a:rPr lang="de-DE" dirty="0"/>
              <a:t>Quellenangaben:</a:t>
            </a:r>
          </a:p>
        </p:txBody>
      </p:sp>
      <p:pic>
        <p:nvPicPr>
          <p:cNvPr id="17" name="Grafik 1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91" r="-3212"/>
          <a:stretch/>
        </p:blipFill>
        <p:spPr>
          <a:xfrm>
            <a:off x="-5225" y="712944"/>
            <a:ext cx="1235519" cy="1368000"/>
          </a:xfrm>
          <a:prstGeom prst="rect">
            <a:avLst/>
          </a:prstGeom>
        </p:spPr>
      </p:pic>
      <p:pic>
        <p:nvPicPr>
          <p:cNvPr id="19" name="Grafik 18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059"/>
          <a:stretch/>
        </p:blipFill>
        <p:spPr>
          <a:xfrm>
            <a:off x="-8668" y="3436842"/>
            <a:ext cx="188031" cy="1368000"/>
          </a:xfrm>
          <a:prstGeom prst="rect">
            <a:avLst/>
          </a:prstGeom>
        </p:spPr>
      </p:pic>
      <p:sp>
        <p:nvSpPr>
          <p:cNvPr id="23" name="Bildplatzhalter 2"/>
          <p:cNvSpPr>
            <a:spLocks noGrp="1"/>
          </p:cNvSpPr>
          <p:nvPr>
            <p:ph type="pic" idx="21"/>
          </p:nvPr>
        </p:nvSpPr>
        <p:spPr>
          <a:xfrm>
            <a:off x="478903" y="1049575"/>
            <a:ext cx="11711347" cy="3100222"/>
          </a:xfrm>
          <a:prstGeom prst="rect">
            <a:avLst/>
          </a:prstGeom>
          <a:noFill/>
        </p:spPr>
      </p:sp>
      <p:pic>
        <p:nvPicPr>
          <p:cNvPr id="24" name="Grafik 23"/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142"/>
          <a:stretch/>
        </p:blipFill>
        <p:spPr>
          <a:xfrm>
            <a:off x="11150455" y="2081626"/>
            <a:ext cx="1039797" cy="1368000"/>
          </a:xfrm>
          <a:prstGeom prst="rect">
            <a:avLst/>
          </a:prstGeom>
        </p:spPr>
      </p:pic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408175" y="4381997"/>
            <a:ext cx="11124462" cy="1000476"/>
          </a:xfrm>
          <a:prstGeom prst="rect">
            <a:avLst/>
          </a:prstGeom>
          <a:noFill/>
        </p:spPr>
        <p:txBody>
          <a:bodyPr wrap="square" lIns="72000" tIns="216000" rIns="144000" bIns="216000" anchor="t" anchorCtr="0">
            <a:spAutoFit/>
          </a:bodyPr>
          <a:lstStyle>
            <a:lvl1pPr algn="l">
              <a:lnSpc>
                <a:spcPts val="4400"/>
              </a:lnSpc>
              <a:tabLst>
                <a:tab pos="1254125" algn="l"/>
              </a:tabLst>
              <a:defRPr lang="de-DE" sz="4400" b="1" kern="1200" cap="all" baseline="0" smtClean="0">
                <a:solidFill>
                  <a:schemeClr val="tx2"/>
                </a:solidFill>
                <a:effectLst/>
                <a:latin typeface="+mn-lt"/>
                <a:ea typeface="+mj-ea"/>
                <a:cs typeface="+mj-cs"/>
              </a:defRPr>
            </a:lvl1pPr>
          </a:lstStyle>
          <a:p>
            <a:r>
              <a:rPr lang="de-DE" dirty="0"/>
              <a:t>TITEL HIER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8175" y="5335715"/>
            <a:ext cx="11124462" cy="360000"/>
          </a:xfrm>
        </p:spPr>
        <p:txBody>
          <a:bodyPr anchor="b"/>
          <a:lstStyle>
            <a:lvl1pPr marL="0" indent="0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22" name="Datumsplatzhalter 6"/>
          <p:cNvSpPr>
            <a:spLocks noGrp="1"/>
          </p:cNvSpPr>
          <p:nvPr>
            <p:ph type="dt" sz="half" idx="2"/>
          </p:nvPr>
        </p:nvSpPr>
        <p:spPr>
          <a:xfrm>
            <a:off x="478308" y="6406748"/>
            <a:ext cx="1440001" cy="149779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9647EF87-0067-4803-B202-6629D261B2DB}" type="datetime1">
              <a:rPr lang="de-DE" smtClean="0"/>
              <a:t>03.04.2026</a:t>
            </a:fld>
            <a:endParaRPr lang="de-DE" dirty="0"/>
          </a:p>
        </p:txBody>
      </p:sp>
      <p:sp>
        <p:nvSpPr>
          <p:cNvPr id="25" name="Fußzeilenplatzhalter 14"/>
          <p:cNvSpPr>
            <a:spLocks noGrp="1"/>
          </p:cNvSpPr>
          <p:nvPr>
            <p:ph type="ftr" sz="quarter" idx="3"/>
          </p:nvPr>
        </p:nvSpPr>
        <p:spPr>
          <a:xfrm>
            <a:off x="478307" y="6243576"/>
            <a:ext cx="11455932" cy="172821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 b="1">
                <a:solidFill>
                  <a:schemeClr val="tx1"/>
                </a:solidFill>
              </a:defRPr>
            </a:lvl1pPr>
          </a:lstStyle>
          <a:p>
            <a:r>
              <a:rPr lang="de-DE"/>
              <a:t>Fußzeile</a:t>
            </a:r>
            <a:endParaRPr lang="de-DE" dirty="0"/>
          </a:p>
        </p:txBody>
      </p:sp>
      <p:sp>
        <p:nvSpPr>
          <p:cNvPr id="27" name="Foliennummernplatzhalter 15"/>
          <p:cNvSpPr>
            <a:spLocks noGrp="1"/>
          </p:cNvSpPr>
          <p:nvPr>
            <p:ph type="sldNum" sz="quarter" idx="4"/>
          </p:nvPr>
        </p:nvSpPr>
        <p:spPr>
          <a:xfrm>
            <a:off x="478305" y="6572868"/>
            <a:ext cx="2785987" cy="123652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17950D60-1725-467F-8419-6667873192D6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5" name="Grafik 14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022"/>
          <a:stretch/>
        </p:blipFill>
        <p:spPr>
          <a:xfrm>
            <a:off x="11827683" y="4801345"/>
            <a:ext cx="368496" cy="13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531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und Bil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rafik 1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142"/>
          <a:stretch/>
        </p:blipFill>
        <p:spPr>
          <a:xfrm>
            <a:off x="11150455" y="2081626"/>
            <a:ext cx="1039797" cy="1368000"/>
          </a:xfrm>
          <a:prstGeom prst="rect">
            <a:avLst/>
          </a:prstGeom>
        </p:spPr>
      </p:pic>
      <p:sp>
        <p:nvSpPr>
          <p:cNvPr id="7" name="Content Placeholder 3"/>
          <p:cNvSpPr>
            <a:spLocks noGrp="1"/>
          </p:cNvSpPr>
          <p:nvPr>
            <p:ph sz="half" idx="2"/>
          </p:nvPr>
        </p:nvSpPr>
        <p:spPr>
          <a:xfrm>
            <a:off x="383999" y="1706400"/>
            <a:ext cx="8216585" cy="4236938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4000" y="306000"/>
            <a:ext cx="9120000" cy="360000"/>
          </a:xfrm>
          <a:prstGeom prst="rect">
            <a:avLst/>
          </a:prstGeom>
        </p:spPr>
        <p:txBody>
          <a:bodyPr lIns="90000"/>
          <a:lstStyle>
            <a:lvl1pPr>
              <a:defRPr/>
            </a:lvl1pPr>
          </a:lstStyle>
          <a:p>
            <a:r>
              <a:rPr lang="de-DE" dirty="0"/>
              <a:t>Kapiteltitel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384000" y="1206273"/>
            <a:ext cx="11420573" cy="468000"/>
          </a:xfrm>
        </p:spPr>
        <p:txBody>
          <a:bodyPr lIns="72000" tIns="0" bIns="0" anchor="t" anchorCtr="0">
            <a:noAutofit/>
          </a:bodyPr>
          <a:lstStyle>
            <a:lvl1pPr marL="0" indent="0">
              <a:buNone/>
              <a:defRPr sz="32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idx="21"/>
          </p:nvPr>
        </p:nvSpPr>
        <p:spPr>
          <a:xfrm>
            <a:off x="8736439" y="1706400"/>
            <a:ext cx="3070894" cy="2033670"/>
          </a:xfrm>
          <a:prstGeom prst="rect">
            <a:avLst/>
          </a:prstGeom>
          <a:noFill/>
        </p:spPr>
      </p:sp>
      <p:sp>
        <p:nvSpPr>
          <p:cNvPr id="10" name="Bildplatzhalter 2"/>
          <p:cNvSpPr>
            <a:spLocks noGrp="1"/>
          </p:cNvSpPr>
          <p:nvPr>
            <p:ph type="pic" idx="13"/>
          </p:nvPr>
        </p:nvSpPr>
        <p:spPr>
          <a:xfrm>
            <a:off x="8736439" y="3909668"/>
            <a:ext cx="3068138" cy="2033670"/>
          </a:xfrm>
          <a:prstGeom prst="rect">
            <a:avLst/>
          </a:prstGeom>
          <a:noFill/>
        </p:spPr>
      </p:sp>
      <p:sp>
        <p:nvSpPr>
          <p:cNvPr id="11" name="Textplatzhalter 4"/>
          <p:cNvSpPr>
            <a:spLocks noGrp="1"/>
          </p:cNvSpPr>
          <p:nvPr>
            <p:ph type="body" sz="quarter" idx="23" hasCustomPrompt="1"/>
          </p:nvPr>
        </p:nvSpPr>
        <p:spPr>
          <a:xfrm>
            <a:off x="5363847" y="6612726"/>
            <a:ext cx="6502459" cy="140685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10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100">
                <a:latin typeface="+mn-lt"/>
              </a:defRPr>
            </a:lvl2pPr>
            <a:lvl3pPr marL="914400" indent="0">
              <a:buNone/>
              <a:defRPr sz="1100">
                <a:latin typeface="+mn-lt"/>
              </a:defRPr>
            </a:lvl3pPr>
            <a:lvl4pPr marL="1371600" indent="0">
              <a:buNone/>
              <a:defRPr sz="1100">
                <a:latin typeface="+mn-lt"/>
              </a:defRPr>
            </a:lvl4pPr>
            <a:lvl5pPr marL="1828800" indent="0">
              <a:buNone/>
              <a:defRPr sz="1100">
                <a:latin typeface="+mn-lt"/>
              </a:defRPr>
            </a:lvl5pPr>
          </a:lstStyle>
          <a:p>
            <a:pPr lvl="0"/>
            <a:r>
              <a:rPr lang="de-DE" dirty="0"/>
              <a:t>Quellenangaben:</a:t>
            </a:r>
          </a:p>
        </p:txBody>
      </p:sp>
      <p:sp>
        <p:nvSpPr>
          <p:cNvPr id="12" name="Datumsplatzhalter 6"/>
          <p:cNvSpPr>
            <a:spLocks noGrp="1"/>
          </p:cNvSpPr>
          <p:nvPr>
            <p:ph type="dt" sz="half" idx="24"/>
          </p:nvPr>
        </p:nvSpPr>
        <p:spPr>
          <a:xfrm>
            <a:off x="478308" y="6406748"/>
            <a:ext cx="1440001" cy="149779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9647EF87-0067-4803-B202-6629D261B2DB}" type="datetime1">
              <a:rPr lang="de-DE" smtClean="0"/>
              <a:t>03.04.2026</a:t>
            </a:fld>
            <a:endParaRPr lang="de-DE" dirty="0"/>
          </a:p>
        </p:txBody>
      </p:sp>
      <p:sp>
        <p:nvSpPr>
          <p:cNvPr id="17" name="Fußzeilenplatzhalter 14"/>
          <p:cNvSpPr>
            <a:spLocks noGrp="1"/>
          </p:cNvSpPr>
          <p:nvPr>
            <p:ph type="ftr" sz="quarter" idx="3"/>
          </p:nvPr>
        </p:nvSpPr>
        <p:spPr>
          <a:xfrm>
            <a:off x="478307" y="6243576"/>
            <a:ext cx="11455932" cy="172821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 b="1">
                <a:solidFill>
                  <a:schemeClr val="tx1"/>
                </a:solidFill>
              </a:defRPr>
            </a:lvl1pPr>
          </a:lstStyle>
          <a:p>
            <a:r>
              <a:rPr lang="de-DE"/>
              <a:t>Fußzeile</a:t>
            </a:r>
            <a:endParaRPr lang="de-DE" dirty="0"/>
          </a:p>
        </p:txBody>
      </p:sp>
      <p:sp>
        <p:nvSpPr>
          <p:cNvPr id="18" name="Foliennummernplatzhalter 15"/>
          <p:cNvSpPr>
            <a:spLocks noGrp="1"/>
          </p:cNvSpPr>
          <p:nvPr>
            <p:ph type="sldNum" sz="quarter" idx="4"/>
          </p:nvPr>
        </p:nvSpPr>
        <p:spPr>
          <a:xfrm>
            <a:off x="478305" y="6572868"/>
            <a:ext cx="2785987" cy="123652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17950D60-1725-467F-8419-6667873192D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0306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der Grafi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022"/>
          <a:stretch/>
        </p:blipFill>
        <p:spPr>
          <a:xfrm>
            <a:off x="11827683" y="4801345"/>
            <a:ext cx="368496" cy="1368000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4000" y="1706401"/>
            <a:ext cx="11442893" cy="4214466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4000" y="306000"/>
            <a:ext cx="9120000" cy="360000"/>
          </a:xfrm>
          <a:prstGeom prst="rect">
            <a:avLst/>
          </a:prstGeom>
        </p:spPr>
        <p:txBody>
          <a:bodyPr lIns="90000"/>
          <a:lstStyle>
            <a:lvl1pPr>
              <a:defRPr/>
            </a:lvl1pPr>
          </a:lstStyle>
          <a:p>
            <a:r>
              <a:rPr lang="de-DE" dirty="0"/>
              <a:t>Kapiteltitel</a:t>
            </a:r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383999" y="1206788"/>
            <a:ext cx="11442892" cy="468000"/>
          </a:xfrm>
        </p:spPr>
        <p:txBody>
          <a:bodyPr lIns="72000" tIns="0" bIns="0" anchor="t" anchorCtr="0">
            <a:noAutofit/>
          </a:bodyPr>
          <a:lstStyle>
            <a:lvl1pPr marL="0" indent="0">
              <a:buNone/>
              <a:defRPr sz="32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1" name="Textplatzhalter 4"/>
          <p:cNvSpPr>
            <a:spLocks noGrp="1"/>
          </p:cNvSpPr>
          <p:nvPr>
            <p:ph type="body" sz="quarter" idx="23" hasCustomPrompt="1"/>
          </p:nvPr>
        </p:nvSpPr>
        <p:spPr>
          <a:xfrm>
            <a:off x="5363847" y="6612726"/>
            <a:ext cx="6502459" cy="140685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10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100">
                <a:latin typeface="+mn-lt"/>
              </a:defRPr>
            </a:lvl2pPr>
            <a:lvl3pPr marL="914400" indent="0">
              <a:buNone/>
              <a:defRPr sz="1100">
                <a:latin typeface="+mn-lt"/>
              </a:defRPr>
            </a:lvl3pPr>
            <a:lvl4pPr marL="1371600" indent="0">
              <a:buNone/>
              <a:defRPr sz="1100">
                <a:latin typeface="+mn-lt"/>
              </a:defRPr>
            </a:lvl4pPr>
            <a:lvl5pPr marL="1828800" indent="0">
              <a:buNone/>
              <a:defRPr sz="1100">
                <a:latin typeface="+mn-lt"/>
              </a:defRPr>
            </a:lvl5pPr>
          </a:lstStyle>
          <a:p>
            <a:pPr lvl="0"/>
            <a:r>
              <a:rPr lang="de-DE" dirty="0"/>
              <a:t>Quellenangaben:</a:t>
            </a:r>
          </a:p>
        </p:txBody>
      </p:sp>
      <p:sp>
        <p:nvSpPr>
          <p:cNvPr id="16" name="Datumsplatzhalter 6"/>
          <p:cNvSpPr>
            <a:spLocks noGrp="1"/>
          </p:cNvSpPr>
          <p:nvPr>
            <p:ph type="dt" sz="half" idx="24"/>
          </p:nvPr>
        </p:nvSpPr>
        <p:spPr>
          <a:xfrm>
            <a:off x="478308" y="6406748"/>
            <a:ext cx="1440001" cy="149779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9647EF87-0067-4803-B202-6629D261B2DB}" type="datetime1">
              <a:rPr lang="de-DE" smtClean="0"/>
              <a:t>03.04.2026</a:t>
            </a:fld>
            <a:endParaRPr lang="de-DE" dirty="0"/>
          </a:p>
        </p:txBody>
      </p:sp>
      <p:sp>
        <p:nvSpPr>
          <p:cNvPr id="17" name="Fußzeilenplatzhalter 14"/>
          <p:cNvSpPr>
            <a:spLocks noGrp="1"/>
          </p:cNvSpPr>
          <p:nvPr>
            <p:ph type="ftr" sz="quarter" idx="3"/>
          </p:nvPr>
        </p:nvSpPr>
        <p:spPr>
          <a:xfrm>
            <a:off x="478307" y="6243576"/>
            <a:ext cx="11455932" cy="172821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 b="1">
                <a:solidFill>
                  <a:schemeClr val="tx1"/>
                </a:solidFill>
              </a:defRPr>
            </a:lvl1pPr>
          </a:lstStyle>
          <a:p>
            <a:r>
              <a:rPr lang="de-DE"/>
              <a:t>Fußzeile</a:t>
            </a:r>
            <a:endParaRPr lang="de-DE" dirty="0"/>
          </a:p>
        </p:txBody>
      </p:sp>
      <p:sp>
        <p:nvSpPr>
          <p:cNvPr id="18" name="Foliennummernplatzhalter 15"/>
          <p:cNvSpPr>
            <a:spLocks noGrp="1"/>
          </p:cNvSpPr>
          <p:nvPr>
            <p:ph type="sldNum" sz="quarter" idx="4"/>
          </p:nvPr>
        </p:nvSpPr>
        <p:spPr>
          <a:xfrm>
            <a:off x="478305" y="6572868"/>
            <a:ext cx="2785987" cy="123652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17950D60-1725-467F-8419-6667873192D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9544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er mi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4000" y="4539391"/>
            <a:ext cx="5640000" cy="1478851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7332" y="4539391"/>
            <a:ext cx="5640000" cy="1478851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4000" y="306000"/>
            <a:ext cx="9120000" cy="360000"/>
          </a:xfrm>
          <a:prstGeom prst="rect">
            <a:avLst/>
          </a:prstGeom>
        </p:spPr>
        <p:txBody>
          <a:bodyPr lIns="90000"/>
          <a:lstStyle>
            <a:lvl1pPr>
              <a:defRPr/>
            </a:lvl1pPr>
          </a:lstStyle>
          <a:p>
            <a:r>
              <a:rPr lang="de-DE" dirty="0"/>
              <a:t>Kapiteltitel</a:t>
            </a:r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383999" y="1202027"/>
            <a:ext cx="11423332" cy="468000"/>
          </a:xfrm>
        </p:spPr>
        <p:txBody>
          <a:bodyPr lIns="72000" tIns="0" bIns="0" anchor="t" anchorCtr="0">
            <a:noAutofit/>
          </a:bodyPr>
          <a:lstStyle>
            <a:lvl1pPr marL="0" indent="0">
              <a:buNone/>
              <a:defRPr sz="32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2" name="Bildplatzhalter 2"/>
          <p:cNvSpPr>
            <a:spLocks noGrp="1"/>
          </p:cNvSpPr>
          <p:nvPr>
            <p:ph type="pic" idx="21"/>
          </p:nvPr>
        </p:nvSpPr>
        <p:spPr>
          <a:xfrm>
            <a:off x="384004" y="1718980"/>
            <a:ext cx="5521129" cy="2760119"/>
          </a:xfrm>
          <a:prstGeom prst="rect">
            <a:avLst/>
          </a:prstGeom>
          <a:noFill/>
        </p:spPr>
      </p:sp>
      <p:sp>
        <p:nvSpPr>
          <p:cNvPr id="13" name="Bildplatzhalter 2"/>
          <p:cNvSpPr>
            <a:spLocks noGrp="1"/>
          </p:cNvSpPr>
          <p:nvPr>
            <p:ph type="pic" idx="22"/>
          </p:nvPr>
        </p:nvSpPr>
        <p:spPr>
          <a:xfrm>
            <a:off x="6286206" y="1718980"/>
            <a:ext cx="5521129" cy="2760119"/>
          </a:xfrm>
          <a:prstGeom prst="rect">
            <a:avLst/>
          </a:prstGeom>
          <a:noFill/>
        </p:spPr>
      </p:sp>
      <p:sp>
        <p:nvSpPr>
          <p:cNvPr id="15" name="Textplatzhalter 4"/>
          <p:cNvSpPr>
            <a:spLocks noGrp="1"/>
          </p:cNvSpPr>
          <p:nvPr>
            <p:ph type="body" sz="quarter" idx="23" hasCustomPrompt="1"/>
          </p:nvPr>
        </p:nvSpPr>
        <p:spPr>
          <a:xfrm>
            <a:off x="5363847" y="6612726"/>
            <a:ext cx="6502459" cy="140685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10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100">
                <a:latin typeface="+mn-lt"/>
              </a:defRPr>
            </a:lvl2pPr>
            <a:lvl3pPr marL="914400" indent="0">
              <a:buNone/>
              <a:defRPr sz="1100">
                <a:latin typeface="+mn-lt"/>
              </a:defRPr>
            </a:lvl3pPr>
            <a:lvl4pPr marL="1371600" indent="0">
              <a:buNone/>
              <a:defRPr sz="1100">
                <a:latin typeface="+mn-lt"/>
              </a:defRPr>
            </a:lvl4pPr>
            <a:lvl5pPr marL="1828800" indent="0">
              <a:buNone/>
              <a:defRPr sz="1100">
                <a:latin typeface="+mn-lt"/>
              </a:defRPr>
            </a:lvl5pPr>
          </a:lstStyle>
          <a:p>
            <a:pPr lvl="0"/>
            <a:r>
              <a:rPr lang="de-DE" dirty="0"/>
              <a:t>Quellenangaben:</a:t>
            </a:r>
          </a:p>
        </p:txBody>
      </p:sp>
      <p:pic>
        <p:nvPicPr>
          <p:cNvPr id="22" name="Grafik 2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059"/>
          <a:stretch/>
        </p:blipFill>
        <p:spPr>
          <a:xfrm>
            <a:off x="-8668" y="3436842"/>
            <a:ext cx="188031" cy="1368000"/>
          </a:xfrm>
          <a:prstGeom prst="rect">
            <a:avLst/>
          </a:prstGeom>
        </p:spPr>
      </p:pic>
      <p:sp>
        <p:nvSpPr>
          <p:cNvPr id="14" name="Datumsplatzhalter 6"/>
          <p:cNvSpPr>
            <a:spLocks noGrp="1"/>
          </p:cNvSpPr>
          <p:nvPr>
            <p:ph type="dt" sz="half" idx="24"/>
          </p:nvPr>
        </p:nvSpPr>
        <p:spPr>
          <a:xfrm>
            <a:off x="478308" y="6406748"/>
            <a:ext cx="1440001" cy="149779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9647EF87-0067-4803-B202-6629D261B2DB}" type="datetime1">
              <a:rPr lang="de-DE" smtClean="0"/>
              <a:t>03.04.2026</a:t>
            </a:fld>
            <a:endParaRPr lang="de-DE" dirty="0"/>
          </a:p>
        </p:txBody>
      </p:sp>
      <p:sp>
        <p:nvSpPr>
          <p:cNvPr id="17" name="Fußzeilenplatzhalter 14"/>
          <p:cNvSpPr>
            <a:spLocks noGrp="1"/>
          </p:cNvSpPr>
          <p:nvPr>
            <p:ph type="ftr" sz="quarter" idx="3"/>
          </p:nvPr>
        </p:nvSpPr>
        <p:spPr>
          <a:xfrm>
            <a:off x="478307" y="6243576"/>
            <a:ext cx="11455932" cy="172821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 b="1">
                <a:solidFill>
                  <a:schemeClr val="tx1"/>
                </a:solidFill>
              </a:defRPr>
            </a:lvl1pPr>
          </a:lstStyle>
          <a:p>
            <a:r>
              <a:rPr lang="de-DE"/>
              <a:t>Fußzeile</a:t>
            </a:r>
            <a:endParaRPr lang="de-DE" dirty="0"/>
          </a:p>
        </p:txBody>
      </p:sp>
      <p:sp>
        <p:nvSpPr>
          <p:cNvPr id="18" name="Foliennummernplatzhalter 15"/>
          <p:cNvSpPr>
            <a:spLocks noGrp="1"/>
          </p:cNvSpPr>
          <p:nvPr>
            <p:ph type="sldNum" sz="quarter" idx="25"/>
          </p:nvPr>
        </p:nvSpPr>
        <p:spPr>
          <a:xfrm>
            <a:off x="478305" y="6572868"/>
            <a:ext cx="2785987" cy="123652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17950D60-1725-467F-8419-6667873192D6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9697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7332" y="2190356"/>
            <a:ext cx="5640000" cy="3966649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4000" y="2190356"/>
            <a:ext cx="5640000" cy="3966649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84000" y="306000"/>
            <a:ext cx="9120000" cy="360000"/>
          </a:xfrm>
          <a:prstGeom prst="rect">
            <a:avLst/>
          </a:prstGeom>
        </p:spPr>
        <p:txBody>
          <a:bodyPr lIns="90000"/>
          <a:lstStyle>
            <a:lvl1pPr>
              <a:defRPr/>
            </a:lvl1pPr>
          </a:lstStyle>
          <a:p>
            <a:r>
              <a:rPr lang="de-DE" dirty="0"/>
              <a:t>Kapiteltitel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4000" y="1719502"/>
            <a:ext cx="5640000" cy="360000"/>
          </a:xfrm>
        </p:spPr>
        <p:txBody>
          <a:bodyPr lIns="72000" anchor="t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7332" y="1719502"/>
            <a:ext cx="5640000" cy="360000"/>
          </a:xfrm>
        </p:spPr>
        <p:txBody>
          <a:bodyPr lIns="72000" anchor="t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384001" y="1209004"/>
            <a:ext cx="9120003" cy="468000"/>
          </a:xfrm>
        </p:spPr>
        <p:txBody>
          <a:bodyPr lIns="72000" tIns="0" bIns="0" anchor="t" anchorCtr="0">
            <a:noAutofit/>
          </a:bodyPr>
          <a:lstStyle>
            <a:lvl1pPr marL="0" indent="0">
              <a:buNone/>
              <a:defRPr sz="32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ÜBERSCHRIFT</a:t>
            </a:r>
          </a:p>
        </p:txBody>
      </p:sp>
      <p:sp>
        <p:nvSpPr>
          <p:cNvPr id="13" name="Textplatzhalter 4"/>
          <p:cNvSpPr>
            <a:spLocks noGrp="1"/>
          </p:cNvSpPr>
          <p:nvPr>
            <p:ph type="body" sz="quarter" idx="23" hasCustomPrompt="1"/>
          </p:nvPr>
        </p:nvSpPr>
        <p:spPr>
          <a:xfrm>
            <a:off x="5363847" y="6612726"/>
            <a:ext cx="6502459" cy="140685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10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100">
                <a:latin typeface="+mn-lt"/>
              </a:defRPr>
            </a:lvl2pPr>
            <a:lvl3pPr marL="914400" indent="0">
              <a:buNone/>
              <a:defRPr sz="1100">
                <a:latin typeface="+mn-lt"/>
              </a:defRPr>
            </a:lvl3pPr>
            <a:lvl4pPr marL="1371600" indent="0">
              <a:buNone/>
              <a:defRPr sz="1100">
                <a:latin typeface="+mn-lt"/>
              </a:defRPr>
            </a:lvl4pPr>
            <a:lvl5pPr marL="1828800" indent="0">
              <a:buNone/>
              <a:defRPr sz="1100">
                <a:latin typeface="+mn-lt"/>
              </a:defRPr>
            </a:lvl5pPr>
          </a:lstStyle>
          <a:p>
            <a:pPr lvl="0"/>
            <a:r>
              <a:rPr lang="de-DE" dirty="0"/>
              <a:t>Quellenangaben:</a:t>
            </a:r>
          </a:p>
        </p:txBody>
      </p:sp>
      <p:sp>
        <p:nvSpPr>
          <p:cNvPr id="17" name="Datumsplatzhalter 6"/>
          <p:cNvSpPr>
            <a:spLocks noGrp="1"/>
          </p:cNvSpPr>
          <p:nvPr>
            <p:ph type="dt" sz="half" idx="24"/>
          </p:nvPr>
        </p:nvSpPr>
        <p:spPr>
          <a:xfrm>
            <a:off x="478308" y="6406748"/>
            <a:ext cx="1440001" cy="149779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9647EF87-0067-4803-B202-6629D261B2DB}" type="datetime1">
              <a:rPr lang="de-DE" smtClean="0"/>
              <a:t>03.04.2026</a:t>
            </a:fld>
            <a:endParaRPr lang="de-DE" dirty="0"/>
          </a:p>
        </p:txBody>
      </p:sp>
      <p:sp>
        <p:nvSpPr>
          <p:cNvPr id="18" name="Fußzeilenplatzhalter 14"/>
          <p:cNvSpPr>
            <a:spLocks noGrp="1"/>
          </p:cNvSpPr>
          <p:nvPr>
            <p:ph type="ftr" sz="quarter" idx="25"/>
          </p:nvPr>
        </p:nvSpPr>
        <p:spPr>
          <a:xfrm>
            <a:off x="478307" y="6243576"/>
            <a:ext cx="11455932" cy="172821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 b="1">
                <a:solidFill>
                  <a:schemeClr val="tx1"/>
                </a:solidFill>
              </a:defRPr>
            </a:lvl1pPr>
          </a:lstStyle>
          <a:p>
            <a:r>
              <a:rPr lang="de-DE"/>
              <a:t>Fußzeile</a:t>
            </a:r>
            <a:endParaRPr lang="de-DE" dirty="0"/>
          </a:p>
        </p:txBody>
      </p:sp>
      <p:sp>
        <p:nvSpPr>
          <p:cNvPr id="19" name="Foliennummernplatzhalter 15"/>
          <p:cNvSpPr>
            <a:spLocks noGrp="1"/>
          </p:cNvSpPr>
          <p:nvPr>
            <p:ph type="sldNum" sz="quarter" idx="26"/>
          </p:nvPr>
        </p:nvSpPr>
        <p:spPr>
          <a:xfrm>
            <a:off x="478305" y="6572868"/>
            <a:ext cx="2785987" cy="123652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17950D60-1725-467F-8419-6667873192D6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4" name="Grafik 1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022"/>
          <a:stretch/>
        </p:blipFill>
        <p:spPr>
          <a:xfrm>
            <a:off x="11827683" y="4801345"/>
            <a:ext cx="368496" cy="13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058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4003" y="1260000"/>
            <a:ext cx="11455932" cy="4608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2"/>
          </p:nvPr>
        </p:nvSpPr>
        <p:spPr>
          <a:xfrm>
            <a:off x="478308" y="6406748"/>
            <a:ext cx="1440001" cy="149779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9647EF87-0067-4803-B202-6629D261B2DB}" type="datetime1">
              <a:rPr lang="de-DE" smtClean="0"/>
              <a:t>03.04.2026</a:t>
            </a:fld>
            <a:endParaRPr lang="de-DE" dirty="0"/>
          </a:p>
        </p:txBody>
      </p:sp>
      <p:sp>
        <p:nvSpPr>
          <p:cNvPr id="15" name="Fußzeilenplatzhalter 14"/>
          <p:cNvSpPr>
            <a:spLocks noGrp="1"/>
          </p:cNvSpPr>
          <p:nvPr>
            <p:ph type="ftr" sz="quarter" idx="3"/>
          </p:nvPr>
        </p:nvSpPr>
        <p:spPr>
          <a:xfrm>
            <a:off x="478307" y="6243576"/>
            <a:ext cx="11455932" cy="172821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 b="1">
                <a:solidFill>
                  <a:schemeClr val="tx1"/>
                </a:solidFill>
              </a:defRPr>
            </a:lvl1pPr>
          </a:lstStyle>
          <a:p>
            <a:r>
              <a:rPr lang="de-DE"/>
              <a:t>Fußzeile</a:t>
            </a:r>
            <a:endParaRPr lang="de-DE" dirty="0"/>
          </a:p>
        </p:txBody>
      </p:sp>
      <p:sp>
        <p:nvSpPr>
          <p:cNvPr id="16" name="Foliennummernplatzhalter 15"/>
          <p:cNvSpPr>
            <a:spLocks noGrp="1"/>
          </p:cNvSpPr>
          <p:nvPr>
            <p:ph type="sldNum" sz="quarter" idx="4"/>
          </p:nvPr>
        </p:nvSpPr>
        <p:spPr>
          <a:xfrm>
            <a:off x="478305" y="6572868"/>
            <a:ext cx="2785987" cy="123652"/>
          </a:xfrm>
          <a:prstGeom prst="rect">
            <a:avLst/>
          </a:prstGeom>
        </p:spPr>
        <p:txBody>
          <a:bodyPr vert="horz" lIns="3600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fld id="{17950D60-1725-467F-8419-6667873192D6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" name="Grafik 9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6423" y="351797"/>
            <a:ext cx="1440880" cy="50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103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9" r:id="rId2"/>
    <p:sldLayoutId id="2147483672" r:id="rId3"/>
    <p:sldLayoutId id="2147483680" r:id="rId4"/>
    <p:sldLayoutId id="2147483678" r:id="rId5"/>
    <p:sldLayoutId id="2147483665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100" b="1" kern="1200" cap="all" baseline="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54" userDrawn="1">
          <p15:clr>
            <a:srgbClr val="F26B43"/>
          </p15:clr>
        </p15:guide>
        <p15:guide id="2" pos="3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D74066E-A909-7553-3CF5-35EAD7EE401C}"/>
              </a:ext>
            </a:extLst>
          </p:cNvPr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A828CCD-5012-C744-24BC-9EB1253FE81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Bildplatzhalter 3">
            <a:extLst>
              <a:ext uri="{FF2B5EF4-FFF2-40B4-BE49-F238E27FC236}">
                <a16:creationId xmlns:a16="http://schemas.microsoft.com/office/drawing/2014/main" id="{8FAA5658-D1C2-931F-0647-C9671A0B742C}"/>
              </a:ext>
            </a:extLst>
          </p:cNvPr>
          <p:cNvSpPr>
            <a:spLocks noGrp="1"/>
          </p:cNvSpPr>
          <p:nvPr>
            <p:ph type="pic" idx="26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96E4F026-B60E-E38D-A0FD-C7709A972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CBC7CD-D16D-5FEE-F0EC-7316D6274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CCA5E3-D782-BDB7-4F07-29BDEE07CC28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647EF87-0067-4803-B202-6629D261B2DB}" type="datetime1">
              <a:rPr lang="de-DE" smtClean="0"/>
              <a:t>03.04.2026</a:t>
            </a:fld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150C926-F258-F581-663B-1EFB6315F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Fußzeile</a:t>
            </a:r>
            <a:endParaRPr lang="de-DE" dirty="0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1415BE2-898F-4785-7140-C2F4F4C43B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7950D60-1725-467F-8419-6667873192D6}" type="slidenum">
              <a:rPr lang="de-DE" smtClean="0"/>
              <a:pPr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09514650"/>
      </p:ext>
    </p:extLst>
  </p:cSld>
  <p:clrMapOvr>
    <a:masterClrMapping/>
  </p:clrMapOvr>
</p:sld>
</file>

<file path=ppt/theme/theme1.xml><?xml version="1.0" encoding="utf-8"?>
<a:theme xmlns:a="http://schemas.openxmlformats.org/drawingml/2006/main" name="Th Lübeck Design 4:3">
  <a:themeElements>
    <a:clrScheme name="TH Luebeck Farben 2024">
      <a:dk1>
        <a:srgbClr val="000000"/>
      </a:dk1>
      <a:lt1>
        <a:srgbClr val="FFFFFF"/>
      </a:lt1>
      <a:dk2>
        <a:srgbClr val="E4003A"/>
      </a:dk2>
      <a:lt2>
        <a:srgbClr val="D4C1B2"/>
      </a:lt2>
      <a:accent1>
        <a:srgbClr val="004261"/>
      </a:accent1>
      <a:accent2>
        <a:srgbClr val="FBBC33"/>
      </a:accent2>
      <a:accent3>
        <a:srgbClr val="7CC5AD"/>
      </a:accent3>
      <a:accent4>
        <a:srgbClr val="751248"/>
      </a:accent4>
      <a:accent5>
        <a:srgbClr val="729DBF"/>
      </a:accent5>
      <a:accent6>
        <a:srgbClr val="BCCF00"/>
      </a:accent6>
      <a:hlink>
        <a:srgbClr val="E4003A"/>
      </a:hlink>
      <a:folHlink>
        <a:srgbClr val="4B5459"/>
      </a:folHlink>
    </a:clrScheme>
    <a:fontScheme name="TH Fließtext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0" tIns="45720" rIns="91440" bIns="45720" rtlCol="0" anchor="ctr"/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</Words>
  <Application>Microsoft Office PowerPoint</Application>
  <PresentationFormat>Breitbild</PresentationFormat>
  <Paragraphs>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Arial</vt:lpstr>
      <vt:lpstr>Calibri</vt:lpstr>
      <vt:lpstr>Th Lübeck Design 4:3</vt:lpstr>
      <vt:lpstr>PowerPoint-Präsentation</vt:lpstr>
    </vt:vector>
  </TitlesOfParts>
  <Company>Fachhochschule Lübeck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Wulf, Linda Lu</dc:creator>
  <cp:lastModifiedBy>Hamid M.</cp:lastModifiedBy>
  <cp:revision>158</cp:revision>
  <cp:lastPrinted>2018-05-31T11:04:23Z</cp:lastPrinted>
  <dcterms:created xsi:type="dcterms:W3CDTF">2015-07-28T12:12:22Z</dcterms:created>
  <dcterms:modified xsi:type="dcterms:W3CDTF">2026-04-03T20:11:41Z</dcterms:modified>
</cp:coreProperties>
</file>