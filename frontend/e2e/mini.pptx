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Psychology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the course, ITD 5, WPM INF.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2016 study found that 47 percent of participants answered correctly.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