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media psychology. In this course you learn how media shape what we believe.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about half of the participants spotted the invented headlines. Keep this number in mind.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 Psychology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to the course.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47 percent answered correctly.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